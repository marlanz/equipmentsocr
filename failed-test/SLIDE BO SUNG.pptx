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6"/>
  </p:notesMasterIdLst>
  <p:sldIdLst>
    <p:sldId id="2147480491" r:id="rId3"/>
    <p:sldId id="2147480525" r:id="rId4"/>
    <p:sldId id="214748052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6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519F1-76B6-4880-AC99-8C4F278DC01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6A722-A247-45D2-91F8-0B5D8FBA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05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6f7b826f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350963"/>
            <a:ext cx="6480175" cy="3646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86f7b826f7_0_14:notes"/>
          <p:cNvSpPr txBox="1">
            <a:spLocks noGrp="1"/>
          </p:cNvSpPr>
          <p:nvPr>
            <p:ph type="body" idx="1"/>
          </p:nvPr>
        </p:nvSpPr>
        <p:spPr>
          <a:xfrm>
            <a:off x="675678" y="5199356"/>
            <a:ext cx="5405421" cy="425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86f7b826f7_0_14:notes"/>
          <p:cNvSpPr txBox="1">
            <a:spLocks noGrp="1"/>
          </p:cNvSpPr>
          <p:nvPr>
            <p:ph type="sldNum" idx="12"/>
          </p:nvPr>
        </p:nvSpPr>
        <p:spPr>
          <a:xfrm>
            <a:off x="3827277" y="10261786"/>
            <a:ext cx="2927937" cy="54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7818420-B1B1-8516-08E9-B8F408E3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870B54AC-BDA3-B783-40D9-731CD8919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678" y="5199355"/>
            <a:ext cx="5405421" cy="425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9" name="Google Shape;169;p4:notes">
            <a:extLst>
              <a:ext uri="{FF2B5EF4-FFF2-40B4-BE49-F238E27FC236}">
                <a16:creationId xmlns:a16="http://schemas.microsoft.com/office/drawing/2014/main" id="{05489740-D282-13C4-90C5-852A09CEF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350963"/>
            <a:ext cx="6480175" cy="3646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3998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70ACE9F-E4DE-A7E9-8EA3-E84F2F46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6f7b826f7_0_14:notes">
            <a:extLst>
              <a:ext uri="{FF2B5EF4-FFF2-40B4-BE49-F238E27FC236}">
                <a16:creationId xmlns:a16="http://schemas.microsoft.com/office/drawing/2014/main" id="{7DDFF5E6-BD50-C847-757D-F68DECE28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350963"/>
            <a:ext cx="6480175" cy="3646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86f7b826f7_0_14:notes">
            <a:extLst>
              <a:ext uri="{FF2B5EF4-FFF2-40B4-BE49-F238E27FC236}">
                <a16:creationId xmlns:a16="http://schemas.microsoft.com/office/drawing/2014/main" id="{0D98123B-C92B-9985-4B1D-F7D9AE8F4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678" y="5199356"/>
            <a:ext cx="5405421" cy="425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86f7b826f7_0_14:notes">
            <a:extLst>
              <a:ext uri="{FF2B5EF4-FFF2-40B4-BE49-F238E27FC236}">
                <a16:creationId xmlns:a16="http://schemas.microsoft.com/office/drawing/2014/main" id="{9D4156F2-69AE-335E-0FAD-52204CE4B7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27277" y="10261786"/>
            <a:ext cx="2927937" cy="54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2128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07504A-5CE4-4717-8B4D-FF02523E43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5969CA-48E3-4214-86D1-EBDE8A6C1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616325"/>
            <a:ext cx="10515600" cy="1412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087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1D31A0AA-B71D-4A8B-81EE-E1637C61553A}"/>
              </a:ext>
            </a:extLst>
          </p:cNvPr>
          <p:cNvSpPr/>
          <p:nvPr userDrawn="1"/>
        </p:nvSpPr>
        <p:spPr>
          <a:xfrm>
            <a:off x="1260389" y="-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E1E1FC5-7D7E-46B1-AD9D-3AF538F93883}"/>
              </a:ext>
            </a:extLst>
          </p:cNvPr>
          <p:cNvSpPr/>
          <p:nvPr userDrawn="1"/>
        </p:nvSpPr>
        <p:spPr>
          <a:xfrm>
            <a:off x="5602234" y="-1760376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EE59A07-0B4D-4D54-9838-D6BA7E5F8EED}"/>
              </a:ext>
            </a:extLst>
          </p:cNvPr>
          <p:cNvSpPr/>
          <p:nvPr userDrawn="1"/>
        </p:nvSpPr>
        <p:spPr>
          <a:xfrm>
            <a:off x="7863352" y="-31102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96C2721-5864-4C5D-A12D-BB73BA676DA5}"/>
              </a:ext>
            </a:extLst>
          </p:cNvPr>
          <p:cNvSpPr/>
          <p:nvPr userDrawn="1"/>
        </p:nvSpPr>
        <p:spPr>
          <a:xfrm>
            <a:off x="9683914" y="2578359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6ABAD0C5-A8AC-4F1E-B10C-68415E6454D0}"/>
              </a:ext>
            </a:extLst>
          </p:cNvPr>
          <p:cNvSpPr/>
          <p:nvPr userDrawn="1"/>
        </p:nvSpPr>
        <p:spPr>
          <a:xfrm>
            <a:off x="10469843" y="200179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D3A010F1-3DBA-4CF7-B1AD-DD29ADA5A651}"/>
              </a:ext>
            </a:extLst>
          </p:cNvPr>
          <p:cNvSpPr/>
          <p:nvPr userDrawn="1"/>
        </p:nvSpPr>
        <p:spPr>
          <a:xfrm>
            <a:off x="9711514" y="169077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E2BD8A3-A52E-4537-BBFD-E36B429BA88D}"/>
              </a:ext>
            </a:extLst>
          </p:cNvPr>
          <p:cNvSpPr/>
          <p:nvPr userDrawn="1"/>
        </p:nvSpPr>
        <p:spPr>
          <a:xfrm>
            <a:off x="3875959" y="484169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081BB8B-6C05-4DE9-97C7-3BFD7D89485B}"/>
              </a:ext>
            </a:extLst>
          </p:cNvPr>
          <p:cNvSpPr/>
          <p:nvPr userDrawn="1"/>
        </p:nvSpPr>
        <p:spPr>
          <a:xfrm>
            <a:off x="-363025" y="4346135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FE9F753-128E-4A1D-B01A-66EE9053C8EA}"/>
              </a:ext>
            </a:extLst>
          </p:cNvPr>
          <p:cNvSpPr/>
          <p:nvPr userDrawn="1"/>
        </p:nvSpPr>
        <p:spPr>
          <a:xfrm>
            <a:off x="-4019927" y="-140640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064DC25-7E68-4455-B7C8-A9CEC6DDAE5B}"/>
              </a:ext>
            </a:extLst>
          </p:cNvPr>
          <p:cNvSpPr/>
          <p:nvPr userDrawn="1"/>
        </p:nvSpPr>
        <p:spPr>
          <a:xfrm>
            <a:off x="2133402" y="-1013408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9989F11E-499E-4A05-ADB1-490BE05AB45B}"/>
              </a:ext>
            </a:extLst>
          </p:cNvPr>
          <p:cNvSpPr/>
          <p:nvPr userDrawn="1"/>
        </p:nvSpPr>
        <p:spPr>
          <a:xfrm>
            <a:off x="692944" y="5426037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A8E8D-DCF8-4B78-83B7-63184A19125A}"/>
              </a:ext>
            </a:extLst>
          </p:cNvPr>
          <p:cNvSpPr/>
          <p:nvPr userDrawn="1"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E0EEB-4A4C-40B1-B785-1647FD29312E}"/>
              </a:ext>
            </a:extLst>
          </p:cNvPr>
          <p:cNvSpPr/>
          <p:nvPr userDrawn="1"/>
        </p:nvSpPr>
        <p:spPr>
          <a:xfrm>
            <a:off x="0" y="6707981"/>
            <a:ext cx="12192000" cy="150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CA2D8-0EF1-478F-B6AF-5E70181FB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653" y="0"/>
            <a:ext cx="10051536" cy="78105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76DACC-2267-46C0-9ABE-FFFE3D7561D5}"/>
              </a:ext>
            </a:extLst>
          </p:cNvPr>
          <p:cNvGrpSpPr/>
          <p:nvPr userDrawn="1"/>
        </p:nvGrpSpPr>
        <p:grpSpPr>
          <a:xfrm>
            <a:off x="208320" y="124093"/>
            <a:ext cx="729092" cy="515389"/>
            <a:chOff x="2026073" y="552177"/>
            <a:chExt cx="8135718" cy="5751070"/>
          </a:xfrm>
          <a:effectLst>
            <a:outerShdw blurRad="63500" dist="38100" dir="5400000" algn="t" rotWithShape="0">
              <a:prstClr val="black">
                <a:alpha val="30000"/>
              </a:prstClr>
            </a:outerShdw>
          </a:effectLst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6EC53D-A0D9-4BA6-AAEB-59941D9D5272}"/>
                </a:ext>
              </a:extLst>
            </p:cNvPr>
            <p:cNvSpPr/>
            <p:nvPr/>
          </p:nvSpPr>
          <p:spPr>
            <a:xfrm flipV="1">
              <a:off x="9856992" y="4619545"/>
              <a:ext cx="304792" cy="304826"/>
            </a:xfrm>
            <a:custGeom>
              <a:avLst/>
              <a:gdLst>
                <a:gd name="connsiteX0" fmla="*/ 153399 w 304792"/>
                <a:gd name="connsiteY0" fmla="*/ 283590 h 304826"/>
                <a:gd name="connsiteX1" fmla="*/ 22781 w 304792"/>
                <a:gd name="connsiteY1" fmla="*/ 152960 h 304826"/>
                <a:gd name="connsiteX2" fmla="*/ 153399 w 304792"/>
                <a:gd name="connsiteY2" fmla="*/ 22364 h 304826"/>
                <a:gd name="connsiteX3" fmla="*/ 284006 w 304792"/>
                <a:gd name="connsiteY3" fmla="*/ 152960 h 304826"/>
                <a:gd name="connsiteX4" fmla="*/ 153399 w 304792"/>
                <a:gd name="connsiteY4" fmla="*/ 283590 h 304826"/>
                <a:gd name="connsiteX5" fmla="*/ 124850 w 304792"/>
                <a:gd name="connsiteY5" fmla="*/ 154918 h 304826"/>
                <a:gd name="connsiteX6" fmla="*/ 167104 w 304792"/>
                <a:gd name="connsiteY6" fmla="*/ 154918 h 304826"/>
                <a:gd name="connsiteX7" fmla="*/ 200962 w 304792"/>
                <a:gd name="connsiteY7" fmla="*/ 182373 h 304826"/>
                <a:gd name="connsiteX8" fmla="*/ 200962 w 304792"/>
                <a:gd name="connsiteY8" fmla="*/ 182868 h 304826"/>
                <a:gd name="connsiteX9" fmla="*/ 166885 w 304792"/>
                <a:gd name="connsiteY9" fmla="*/ 210104 h 304826"/>
                <a:gd name="connsiteX10" fmla="*/ 124850 w 304792"/>
                <a:gd name="connsiteY10" fmla="*/ 210104 h 304826"/>
                <a:gd name="connsiteX11" fmla="*/ 95933 w 304792"/>
                <a:gd name="connsiteY11" fmla="*/ 71988 h 304826"/>
                <a:gd name="connsiteX12" fmla="*/ 124850 w 304792"/>
                <a:gd name="connsiteY12" fmla="*/ 71988 h 304826"/>
                <a:gd name="connsiteX13" fmla="*/ 124850 w 304792"/>
                <a:gd name="connsiteY13" fmla="*/ 129305 h 304826"/>
                <a:gd name="connsiteX14" fmla="*/ 160989 w 304792"/>
                <a:gd name="connsiteY14" fmla="*/ 129305 h 304826"/>
                <a:gd name="connsiteX15" fmla="*/ 201411 w 304792"/>
                <a:gd name="connsiteY15" fmla="*/ 71988 h 304826"/>
                <a:gd name="connsiteX16" fmla="*/ 235476 w 304792"/>
                <a:gd name="connsiteY16" fmla="*/ 71988 h 304826"/>
                <a:gd name="connsiteX17" fmla="*/ 191069 w 304792"/>
                <a:gd name="connsiteY17" fmla="*/ 134246 h 304826"/>
                <a:gd name="connsiteX18" fmla="*/ 230317 w 304792"/>
                <a:gd name="connsiteY18" fmla="*/ 184031 h 304826"/>
                <a:gd name="connsiteX19" fmla="*/ 230317 w 304792"/>
                <a:gd name="connsiteY19" fmla="*/ 184492 h 304826"/>
                <a:gd name="connsiteX20" fmla="*/ 216670 w 304792"/>
                <a:gd name="connsiteY20" fmla="*/ 219974 h 304826"/>
                <a:gd name="connsiteX21" fmla="*/ 169223 w 304792"/>
                <a:gd name="connsiteY21" fmla="*/ 236396 h 304826"/>
                <a:gd name="connsiteX22" fmla="*/ 95933 w 304792"/>
                <a:gd name="connsiteY22" fmla="*/ 236396 h 304826"/>
                <a:gd name="connsiteX23" fmla="*/ 153399 w 304792"/>
                <a:gd name="connsiteY23" fmla="*/ 305391 h 304826"/>
                <a:gd name="connsiteX24" fmla="*/ 305807 w 304792"/>
                <a:gd name="connsiteY24" fmla="*/ 152960 h 304826"/>
                <a:gd name="connsiteX25" fmla="*/ 153399 w 304792"/>
                <a:gd name="connsiteY25" fmla="*/ 564 h 304826"/>
                <a:gd name="connsiteX26" fmla="*/ 1015 w 304792"/>
                <a:gd name="connsiteY26" fmla="*/ 152960 h 304826"/>
                <a:gd name="connsiteX27" fmla="*/ 153399 w 304792"/>
                <a:gd name="connsiteY27" fmla="*/ 305391 h 30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04792" h="304826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640A43E-C69D-472C-9D53-B05935D807E7}"/>
                </a:ext>
              </a:extLst>
            </p:cNvPr>
            <p:cNvSpPr/>
            <p:nvPr/>
          </p:nvSpPr>
          <p:spPr>
            <a:xfrm flipV="1">
              <a:off x="2026073" y="5331277"/>
              <a:ext cx="8135718" cy="971970"/>
            </a:xfrm>
            <a:custGeom>
              <a:avLst/>
              <a:gdLst>
                <a:gd name="connsiteX0" fmla="*/ 345061 w 8135718"/>
                <a:gd name="connsiteY0" fmla="*/ 915917 h 971970"/>
                <a:gd name="connsiteX1" fmla="*/ 678783 w 8135718"/>
                <a:gd name="connsiteY1" fmla="*/ 915917 h 971970"/>
                <a:gd name="connsiteX2" fmla="*/ 752741 w 8135718"/>
                <a:gd name="connsiteY2" fmla="*/ 841947 h 971970"/>
                <a:gd name="connsiteX3" fmla="*/ 752741 w 8135718"/>
                <a:gd name="connsiteY3" fmla="*/ 898700 h 971970"/>
                <a:gd name="connsiteX4" fmla="*/ 678783 w 8135718"/>
                <a:gd name="connsiteY4" fmla="*/ 972681 h 971970"/>
                <a:gd name="connsiteX5" fmla="*/ 345061 w 8135718"/>
                <a:gd name="connsiteY5" fmla="*/ 972681 h 971970"/>
                <a:gd name="connsiteX6" fmla="*/ 1097576 w 8135718"/>
                <a:gd name="connsiteY6" fmla="*/ 316340 h 971970"/>
                <a:gd name="connsiteX7" fmla="*/ 1097576 w 8135718"/>
                <a:gd name="connsiteY7" fmla="*/ 259599 h 971970"/>
                <a:gd name="connsiteX8" fmla="*/ 838687 w 8135718"/>
                <a:gd name="connsiteY8" fmla="*/ 711 h 971970"/>
                <a:gd name="connsiteX9" fmla="*/ 238 w 8135718"/>
                <a:gd name="connsiteY9" fmla="*/ 711 h 971970"/>
                <a:gd name="connsiteX10" fmla="*/ 238 w 8135718"/>
                <a:gd name="connsiteY10" fmla="*/ 57429 h 971970"/>
                <a:gd name="connsiteX11" fmla="*/ 838687 w 8135718"/>
                <a:gd name="connsiteY11" fmla="*/ 57429 h 971970"/>
                <a:gd name="connsiteX12" fmla="*/ 1097576 w 8135718"/>
                <a:gd name="connsiteY12" fmla="*/ 316340 h 971970"/>
                <a:gd name="connsiteX13" fmla="*/ 1614810 w 8135718"/>
                <a:gd name="connsiteY13" fmla="*/ 841947 h 971970"/>
                <a:gd name="connsiteX14" fmla="*/ 1688780 w 8135718"/>
                <a:gd name="connsiteY14" fmla="*/ 915917 h 971970"/>
                <a:gd name="connsiteX15" fmla="*/ 2022502 w 8135718"/>
                <a:gd name="connsiteY15" fmla="*/ 915917 h 971970"/>
                <a:gd name="connsiteX16" fmla="*/ 2022502 w 8135718"/>
                <a:gd name="connsiteY16" fmla="*/ 972681 h 971970"/>
                <a:gd name="connsiteX17" fmla="*/ 1688780 w 8135718"/>
                <a:gd name="connsiteY17" fmla="*/ 972681 h 971970"/>
                <a:gd name="connsiteX18" fmla="*/ 1614810 w 8135718"/>
                <a:gd name="connsiteY18" fmla="*/ 898700 h 971970"/>
                <a:gd name="connsiteX19" fmla="*/ 2022502 w 8135718"/>
                <a:gd name="connsiteY19" fmla="*/ 711 h 971970"/>
                <a:gd name="connsiteX20" fmla="*/ 2367325 w 8135718"/>
                <a:gd name="connsiteY20" fmla="*/ 711 h 971970"/>
                <a:gd name="connsiteX21" fmla="*/ 2367325 w 8135718"/>
                <a:gd name="connsiteY21" fmla="*/ 57429 h 971970"/>
                <a:gd name="connsiteX22" fmla="*/ 2022502 w 8135718"/>
                <a:gd name="connsiteY22" fmla="*/ 57429 h 971970"/>
                <a:gd name="connsiteX23" fmla="*/ 1614810 w 8135718"/>
                <a:gd name="connsiteY23" fmla="*/ 305768 h 971970"/>
                <a:gd name="connsiteX24" fmla="*/ 2022502 w 8135718"/>
                <a:gd name="connsiteY24" fmla="*/ 305768 h 971970"/>
                <a:gd name="connsiteX25" fmla="*/ 2022502 w 8135718"/>
                <a:gd name="connsiteY25" fmla="*/ 362532 h 971970"/>
                <a:gd name="connsiteX26" fmla="*/ 1614810 w 8135718"/>
                <a:gd name="connsiteY26" fmla="*/ 362532 h 971970"/>
                <a:gd name="connsiteX27" fmla="*/ 1269987 w 8135718"/>
                <a:gd name="connsiteY27" fmla="*/ 711 h 971970"/>
                <a:gd name="connsiteX28" fmla="*/ 1614799 w 8135718"/>
                <a:gd name="connsiteY28" fmla="*/ 711 h 971970"/>
                <a:gd name="connsiteX29" fmla="*/ 1614799 w 8135718"/>
                <a:gd name="connsiteY29" fmla="*/ 57429 h 971970"/>
                <a:gd name="connsiteX30" fmla="*/ 1269987 w 8135718"/>
                <a:gd name="connsiteY30" fmla="*/ 57429 h 971970"/>
                <a:gd name="connsiteX31" fmla="*/ 3574160 w 8135718"/>
                <a:gd name="connsiteY31" fmla="*/ 915917 h 971970"/>
                <a:gd name="connsiteX32" fmla="*/ 3907870 w 8135718"/>
                <a:gd name="connsiteY32" fmla="*/ 915917 h 971970"/>
                <a:gd name="connsiteX33" fmla="*/ 3981851 w 8135718"/>
                <a:gd name="connsiteY33" fmla="*/ 841947 h 971970"/>
                <a:gd name="connsiteX34" fmla="*/ 3981851 w 8135718"/>
                <a:gd name="connsiteY34" fmla="*/ 898700 h 971970"/>
                <a:gd name="connsiteX35" fmla="*/ 3907870 w 8135718"/>
                <a:gd name="connsiteY35" fmla="*/ 972681 h 971970"/>
                <a:gd name="connsiteX36" fmla="*/ 3574160 w 8135718"/>
                <a:gd name="connsiteY36" fmla="*/ 972681 h 971970"/>
                <a:gd name="connsiteX37" fmla="*/ 4326663 w 8135718"/>
                <a:gd name="connsiteY37" fmla="*/ 316340 h 971970"/>
                <a:gd name="connsiteX38" fmla="*/ 4326663 w 8135718"/>
                <a:gd name="connsiteY38" fmla="*/ 259599 h 971970"/>
                <a:gd name="connsiteX39" fmla="*/ 4067798 w 8135718"/>
                <a:gd name="connsiteY39" fmla="*/ 711 h 971970"/>
                <a:gd name="connsiteX40" fmla="*/ 3229325 w 8135718"/>
                <a:gd name="connsiteY40" fmla="*/ 711 h 971970"/>
                <a:gd name="connsiteX41" fmla="*/ 3229325 w 8135718"/>
                <a:gd name="connsiteY41" fmla="*/ 57429 h 971970"/>
                <a:gd name="connsiteX42" fmla="*/ 4067798 w 8135718"/>
                <a:gd name="connsiteY42" fmla="*/ 57429 h 971970"/>
                <a:gd name="connsiteX43" fmla="*/ 4326663 w 8135718"/>
                <a:gd name="connsiteY43" fmla="*/ 316340 h 971970"/>
                <a:gd name="connsiteX44" fmla="*/ 6113670 w 8135718"/>
                <a:gd name="connsiteY44" fmla="*/ 711 h 971970"/>
                <a:gd name="connsiteX45" fmla="*/ 5768847 w 8135718"/>
                <a:gd name="connsiteY45" fmla="*/ 711 h 971970"/>
                <a:gd name="connsiteX46" fmla="*/ 5768847 w 8135718"/>
                <a:gd name="connsiteY46" fmla="*/ 57429 h 971970"/>
                <a:gd name="connsiteX47" fmla="*/ 6113670 w 8135718"/>
                <a:gd name="connsiteY47" fmla="*/ 57429 h 971970"/>
                <a:gd name="connsiteX48" fmla="*/ 6521373 w 8135718"/>
                <a:gd name="connsiteY48" fmla="*/ 841947 h 971970"/>
                <a:gd name="connsiteX49" fmla="*/ 6447403 w 8135718"/>
                <a:gd name="connsiteY49" fmla="*/ 915917 h 971970"/>
                <a:gd name="connsiteX50" fmla="*/ 6113670 w 8135718"/>
                <a:gd name="connsiteY50" fmla="*/ 915917 h 971970"/>
                <a:gd name="connsiteX51" fmla="*/ 6113670 w 8135718"/>
                <a:gd name="connsiteY51" fmla="*/ 972681 h 971970"/>
                <a:gd name="connsiteX52" fmla="*/ 6447403 w 8135718"/>
                <a:gd name="connsiteY52" fmla="*/ 972681 h 971970"/>
                <a:gd name="connsiteX53" fmla="*/ 6521373 w 8135718"/>
                <a:gd name="connsiteY53" fmla="*/ 898700 h 971970"/>
                <a:gd name="connsiteX54" fmla="*/ 6866196 w 8135718"/>
                <a:gd name="connsiteY54" fmla="*/ 711 h 971970"/>
                <a:gd name="connsiteX55" fmla="*/ 6521373 w 8135718"/>
                <a:gd name="connsiteY55" fmla="*/ 711 h 971970"/>
                <a:gd name="connsiteX56" fmla="*/ 6521373 w 8135718"/>
                <a:gd name="connsiteY56" fmla="*/ 57429 h 971970"/>
                <a:gd name="connsiteX57" fmla="*/ 6866196 w 8135718"/>
                <a:gd name="connsiteY57" fmla="*/ 57429 h 971970"/>
                <a:gd name="connsiteX58" fmla="*/ 4499086 w 8135718"/>
                <a:gd name="connsiteY58" fmla="*/ 711 h 971970"/>
                <a:gd name="connsiteX59" fmla="*/ 5337559 w 8135718"/>
                <a:gd name="connsiteY59" fmla="*/ 711 h 971970"/>
                <a:gd name="connsiteX60" fmla="*/ 5596435 w 8135718"/>
                <a:gd name="connsiteY60" fmla="*/ 259599 h 971970"/>
                <a:gd name="connsiteX61" fmla="*/ 5596435 w 8135718"/>
                <a:gd name="connsiteY61" fmla="*/ 316340 h 971970"/>
                <a:gd name="connsiteX62" fmla="*/ 5337559 w 8135718"/>
                <a:gd name="connsiteY62" fmla="*/ 57429 h 971970"/>
                <a:gd name="connsiteX63" fmla="*/ 4499086 w 8135718"/>
                <a:gd name="connsiteY63" fmla="*/ 57429 h 971970"/>
                <a:gd name="connsiteX64" fmla="*/ 7383431 w 8135718"/>
                <a:gd name="connsiteY64" fmla="*/ 841947 h 971970"/>
                <a:gd name="connsiteX65" fmla="*/ 7457401 w 8135718"/>
                <a:gd name="connsiteY65" fmla="*/ 915917 h 971970"/>
                <a:gd name="connsiteX66" fmla="*/ 8135956 w 8135718"/>
                <a:gd name="connsiteY66" fmla="*/ 915917 h 971970"/>
                <a:gd name="connsiteX67" fmla="*/ 8135956 w 8135718"/>
                <a:gd name="connsiteY67" fmla="*/ 972681 h 971970"/>
                <a:gd name="connsiteX68" fmla="*/ 7457401 w 8135718"/>
                <a:gd name="connsiteY68" fmla="*/ 972681 h 971970"/>
                <a:gd name="connsiteX69" fmla="*/ 7383431 w 8135718"/>
                <a:gd name="connsiteY69" fmla="*/ 898700 h 971970"/>
                <a:gd name="connsiteX70" fmla="*/ 7587271 w 8135718"/>
                <a:gd name="connsiteY70" fmla="*/ 509170 h 971970"/>
                <a:gd name="connsiteX71" fmla="*/ 7791122 w 8135718"/>
                <a:gd name="connsiteY71" fmla="*/ 509170 h 971970"/>
                <a:gd name="connsiteX72" fmla="*/ 7791122 w 8135718"/>
                <a:gd name="connsiteY72" fmla="*/ 565900 h 971970"/>
                <a:gd name="connsiteX73" fmla="*/ 7587271 w 8135718"/>
                <a:gd name="connsiteY73" fmla="*/ 565900 h 971970"/>
                <a:gd name="connsiteX74" fmla="*/ 7038607 w 8135718"/>
                <a:gd name="connsiteY74" fmla="*/ 316340 h 971970"/>
                <a:gd name="connsiteX75" fmla="*/ 7038607 w 8135718"/>
                <a:gd name="connsiteY75" fmla="*/ 259599 h 971970"/>
                <a:gd name="connsiteX76" fmla="*/ 7297472 w 8135718"/>
                <a:gd name="connsiteY76" fmla="*/ 711 h 971970"/>
                <a:gd name="connsiteX77" fmla="*/ 8135956 w 8135718"/>
                <a:gd name="connsiteY77" fmla="*/ 711 h 971970"/>
                <a:gd name="connsiteX78" fmla="*/ 8135956 w 8135718"/>
                <a:gd name="connsiteY78" fmla="*/ 57429 h 971970"/>
                <a:gd name="connsiteX79" fmla="*/ 7297472 w 8135718"/>
                <a:gd name="connsiteY79" fmla="*/ 57429 h 971970"/>
                <a:gd name="connsiteX80" fmla="*/ 7038607 w 8135718"/>
                <a:gd name="connsiteY80" fmla="*/ 316340 h 971970"/>
                <a:gd name="connsiteX81" fmla="*/ 2884537 w 8135718"/>
                <a:gd name="connsiteY81" fmla="*/ 711 h 971970"/>
                <a:gd name="connsiteX82" fmla="*/ 2539748 w 8135718"/>
                <a:gd name="connsiteY82" fmla="*/ 711 h 971970"/>
                <a:gd name="connsiteX83" fmla="*/ 2539748 w 8135718"/>
                <a:gd name="connsiteY83" fmla="*/ 57429 h 971970"/>
                <a:gd name="connsiteX84" fmla="*/ 2884537 w 8135718"/>
                <a:gd name="connsiteY84" fmla="*/ 57429 h 97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8135718" h="97197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D1CF03D-D562-4EA4-8C15-51615B5BE233}"/>
                </a:ext>
              </a:extLst>
            </p:cNvPr>
            <p:cNvSpPr/>
            <p:nvPr/>
          </p:nvSpPr>
          <p:spPr>
            <a:xfrm flipV="1">
              <a:off x="4565577" y="5026712"/>
              <a:ext cx="344788" cy="1219814"/>
            </a:xfrm>
            <a:custGeom>
              <a:avLst/>
              <a:gdLst>
                <a:gd name="connsiteX0" fmla="*/ 101 w 344788"/>
                <a:gd name="connsiteY0" fmla="*/ 1220361 h 1219814"/>
                <a:gd name="connsiteX1" fmla="*/ 344890 w 344788"/>
                <a:gd name="connsiteY1" fmla="*/ 1220361 h 1219814"/>
                <a:gd name="connsiteX2" fmla="*/ 344890 w 344788"/>
                <a:gd name="connsiteY2" fmla="*/ 547 h 1219814"/>
                <a:gd name="connsiteX3" fmla="*/ 101 w 344788"/>
                <a:gd name="connsiteY3" fmla="*/ 547 h 1219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788" h="1219814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42D0B59-85F0-4936-8302-6E843EBE0C9E}"/>
                </a:ext>
              </a:extLst>
            </p:cNvPr>
            <p:cNvSpPr/>
            <p:nvPr/>
          </p:nvSpPr>
          <p:spPr>
            <a:xfrm flipV="1">
              <a:off x="2026073" y="5026304"/>
              <a:ext cx="1097337" cy="1220228"/>
            </a:xfrm>
            <a:custGeom>
              <a:avLst/>
              <a:gdLst>
                <a:gd name="connsiteX0" fmla="*/ 344959 w 1097337"/>
                <a:gd name="connsiteY0" fmla="*/ 915931 h 1220228"/>
                <a:gd name="connsiteX1" fmla="*/ 344959 w 1097337"/>
                <a:gd name="connsiteY1" fmla="*/ 305782 h 1220228"/>
                <a:gd name="connsiteX2" fmla="*/ 678681 w 1097337"/>
                <a:gd name="connsiteY2" fmla="*/ 305782 h 1220228"/>
                <a:gd name="connsiteX3" fmla="*/ 752639 w 1097337"/>
                <a:gd name="connsiteY3" fmla="*/ 379740 h 1220228"/>
                <a:gd name="connsiteX4" fmla="*/ 752639 w 1097337"/>
                <a:gd name="connsiteY4" fmla="*/ 841950 h 1220228"/>
                <a:gd name="connsiteX5" fmla="*/ 678681 w 1097337"/>
                <a:gd name="connsiteY5" fmla="*/ 915931 h 1220228"/>
                <a:gd name="connsiteX6" fmla="*/ 136 w 1097337"/>
                <a:gd name="connsiteY6" fmla="*/ 1220908 h 1220228"/>
                <a:gd name="connsiteX7" fmla="*/ 838586 w 1097337"/>
                <a:gd name="connsiteY7" fmla="*/ 1220908 h 1220228"/>
                <a:gd name="connsiteX8" fmla="*/ 1097474 w 1097337"/>
                <a:gd name="connsiteY8" fmla="*/ 962031 h 1220228"/>
                <a:gd name="connsiteX9" fmla="*/ 1097474 w 1097337"/>
                <a:gd name="connsiteY9" fmla="*/ 259590 h 1220228"/>
                <a:gd name="connsiteX10" fmla="*/ 838586 w 1097337"/>
                <a:gd name="connsiteY10" fmla="*/ 679 h 1220228"/>
                <a:gd name="connsiteX11" fmla="*/ 136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806FFD-7BEC-4044-912E-09C656424FD2}"/>
                </a:ext>
              </a:extLst>
            </p:cNvPr>
            <p:cNvSpPr/>
            <p:nvPr/>
          </p:nvSpPr>
          <p:spPr>
            <a:xfrm flipV="1">
              <a:off x="3295831" y="5026295"/>
              <a:ext cx="1097337" cy="1220228"/>
            </a:xfrm>
            <a:custGeom>
              <a:avLst/>
              <a:gdLst>
                <a:gd name="connsiteX0" fmla="*/ 345095 w 1097337"/>
                <a:gd name="connsiteY0" fmla="*/ 610802 h 1220228"/>
                <a:gd name="connsiteX1" fmla="*/ 345095 w 1097337"/>
                <a:gd name="connsiteY1" fmla="*/ 841912 h 1220228"/>
                <a:gd name="connsiteX2" fmla="*/ 419065 w 1097337"/>
                <a:gd name="connsiteY2" fmla="*/ 915893 h 1220228"/>
                <a:gd name="connsiteX3" fmla="*/ 752786 w 1097337"/>
                <a:gd name="connsiteY3" fmla="*/ 915893 h 1220228"/>
                <a:gd name="connsiteX4" fmla="*/ 752786 w 1097337"/>
                <a:gd name="connsiteY4" fmla="*/ 727393 h 1220228"/>
                <a:gd name="connsiteX5" fmla="*/ 752786 w 1097337"/>
                <a:gd name="connsiteY5" fmla="*/ 610802 h 1220228"/>
                <a:gd name="connsiteX6" fmla="*/ 1097621 w 1097337"/>
                <a:gd name="connsiteY6" fmla="*/ 1220881 h 1220228"/>
                <a:gd name="connsiteX7" fmla="*/ 259148 w 1097337"/>
                <a:gd name="connsiteY7" fmla="*/ 1220881 h 1220228"/>
                <a:gd name="connsiteX8" fmla="*/ 283 w 1097337"/>
                <a:gd name="connsiteY8" fmla="*/ 961993 h 1220228"/>
                <a:gd name="connsiteX9" fmla="*/ 283 w 1097337"/>
                <a:gd name="connsiteY9" fmla="*/ 653 h 1220228"/>
                <a:gd name="connsiteX10" fmla="*/ 345095 w 1097337"/>
                <a:gd name="connsiteY10" fmla="*/ 653 h 1220228"/>
                <a:gd name="connsiteX11" fmla="*/ 345095 w 1097337"/>
                <a:gd name="connsiteY11" fmla="*/ 305744 h 1220228"/>
                <a:gd name="connsiteX12" fmla="*/ 752786 w 1097337"/>
                <a:gd name="connsiteY12" fmla="*/ 305744 h 1220228"/>
                <a:gd name="connsiteX13" fmla="*/ 752786 w 1097337"/>
                <a:gd name="connsiteY13" fmla="*/ 653 h 1220228"/>
                <a:gd name="connsiteX14" fmla="*/ 1097621 w 1097337"/>
                <a:gd name="connsiteY14" fmla="*/ 653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337" h="1220228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6242A2F-0952-41CA-BDC0-7E815D4B140B}"/>
                </a:ext>
              </a:extLst>
            </p:cNvPr>
            <p:cNvSpPr/>
            <p:nvPr/>
          </p:nvSpPr>
          <p:spPr>
            <a:xfrm flipV="1">
              <a:off x="5255167" y="5026304"/>
              <a:ext cx="1097337" cy="1220228"/>
            </a:xfrm>
            <a:custGeom>
              <a:avLst/>
              <a:gdLst>
                <a:gd name="connsiteX0" fmla="*/ 345333 w 1097337"/>
                <a:gd name="connsiteY0" fmla="*/ 915931 h 1220228"/>
                <a:gd name="connsiteX1" fmla="*/ 345333 w 1097337"/>
                <a:gd name="connsiteY1" fmla="*/ 305782 h 1220228"/>
                <a:gd name="connsiteX2" fmla="*/ 679055 w 1097337"/>
                <a:gd name="connsiteY2" fmla="*/ 305782 h 1220228"/>
                <a:gd name="connsiteX3" fmla="*/ 753024 w 1097337"/>
                <a:gd name="connsiteY3" fmla="*/ 379740 h 1220228"/>
                <a:gd name="connsiteX4" fmla="*/ 753024 w 1097337"/>
                <a:gd name="connsiteY4" fmla="*/ 841950 h 1220228"/>
                <a:gd name="connsiteX5" fmla="*/ 679055 w 1097337"/>
                <a:gd name="connsiteY5" fmla="*/ 915931 h 1220228"/>
                <a:gd name="connsiteX6" fmla="*/ 510 w 1097337"/>
                <a:gd name="connsiteY6" fmla="*/ 1220908 h 1220228"/>
                <a:gd name="connsiteX7" fmla="*/ 838971 w 1097337"/>
                <a:gd name="connsiteY7" fmla="*/ 1220908 h 1220228"/>
                <a:gd name="connsiteX8" fmla="*/ 1097848 w 1097337"/>
                <a:gd name="connsiteY8" fmla="*/ 962031 h 1220228"/>
                <a:gd name="connsiteX9" fmla="*/ 1097848 w 1097337"/>
                <a:gd name="connsiteY9" fmla="*/ 259590 h 1220228"/>
                <a:gd name="connsiteX10" fmla="*/ 838971 w 1097337"/>
                <a:gd name="connsiteY10" fmla="*/ 679 h 1220228"/>
                <a:gd name="connsiteX11" fmla="*/ 510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0CAD26B-0307-405B-8B36-EFBB8E9DF881}"/>
                </a:ext>
              </a:extLst>
            </p:cNvPr>
            <p:cNvSpPr/>
            <p:nvPr/>
          </p:nvSpPr>
          <p:spPr>
            <a:xfrm flipV="1">
              <a:off x="7794679" y="5026300"/>
              <a:ext cx="1097349" cy="1220228"/>
            </a:xfrm>
            <a:custGeom>
              <a:avLst/>
              <a:gdLst>
                <a:gd name="connsiteX0" fmla="*/ 774 w 1097349"/>
                <a:gd name="connsiteY0" fmla="*/ 1220934 h 1220228"/>
                <a:gd name="connsiteX1" fmla="*/ 839247 w 1097349"/>
                <a:gd name="connsiteY1" fmla="*/ 1220934 h 1220228"/>
                <a:gd name="connsiteX2" fmla="*/ 1098123 w 1097349"/>
                <a:gd name="connsiteY2" fmla="*/ 962058 h 1220228"/>
                <a:gd name="connsiteX3" fmla="*/ 1098123 w 1097349"/>
                <a:gd name="connsiteY3" fmla="*/ 706 h 1220228"/>
                <a:gd name="connsiteX4" fmla="*/ 753300 w 1097349"/>
                <a:gd name="connsiteY4" fmla="*/ 706 h 1220228"/>
                <a:gd name="connsiteX5" fmla="*/ 753300 w 1097349"/>
                <a:gd name="connsiteY5" fmla="*/ 841977 h 1220228"/>
                <a:gd name="connsiteX6" fmla="*/ 679330 w 1097349"/>
                <a:gd name="connsiteY6" fmla="*/ 915958 h 1220228"/>
                <a:gd name="connsiteX7" fmla="*/ 345597 w 1097349"/>
                <a:gd name="connsiteY7" fmla="*/ 915958 h 1220228"/>
                <a:gd name="connsiteX8" fmla="*/ 345597 w 1097349"/>
                <a:gd name="connsiteY8" fmla="*/ 727446 h 1220228"/>
                <a:gd name="connsiteX9" fmla="*/ 345597 w 1097349"/>
                <a:gd name="connsiteY9" fmla="*/ 305797 h 1220228"/>
                <a:gd name="connsiteX10" fmla="*/ 345597 w 1097349"/>
                <a:gd name="connsiteY10" fmla="*/ 706 h 1220228"/>
                <a:gd name="connsiteX11" fmla="*/ 774 w 1097349"/>
                <a:gd name="connsiteY11" fmla="*/ 706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A03AE1A-7FED-4799-BD2F-37254C4B47D3}"/>
                </a:ext>
              </a:extLst>
            </p:cNvPr>
            <p:cNvSpPr/>
            <p:nvPr/>
          </p:nvSpPr>
          <p:spPr>
            <a:xfrm flipV="1">
              <a:off x="6524920" y="5026301"/>
              <a:ext cx="1097349" cy="1220228"/>
            </a:xfrm>
            <a:custGeom>
              <a:avLst/>
              <a:gdLst>
                <a:gd name="connsiteX0" fmla="*/ 627 w 1097349"/>
                <a:gd name="connsiteY0" fmla="*/ 600 h 1220228"/>
                <a:gd name="connsiteX1" fmla="*/ 839100 w 1097349"/>
                <a:gd name="connsiteY1" fmla="*/ 600 h 1220228"/>
                <a:gd name="connsiteX2" fmla="*/ 1097976 w 1097349"/>
                <a:gd name="connsiteY2" fmla="*/ 259499 h 1220228"/>
                <a:gd name="connsiteX3" fmla="*/ 1097976 w 1097349"/>
                <a:gd name="connsiteY3" fmla="*/ 1220828 h 1220228"/>
                <a:gd name="connsiteX4" fmla="*/ 753153 w 1097349"/>
                <a:gd name="connsiteY4" fmla="*/ 1220828 h 1220228"/>
                <a:gd name="connsiteX5" fmla="*/ 753153 w 1097349"/>
                <a:gd name="connsiteY5" fmla="*/ 379592 h 1220228"/>
                <a:gd name="connsiteX6" fmla="*/ 679183 w 1097349"/>
                <a:gd name="connsiteY6" fmla="*/ 305622 h 1220228"/>
                <a:gd name="connsiteX7" fmla="*/ 345439 w 1097349"/>
                <a:gd name="connsiteY7" fmla="*/ 305622 h 1220228"/>
                <a:gd name="connsiteX8" fmla="*/ 345439 w 1097349"/>
                <a:gd name="connsiteY8" fmla="*/ 494088 h 1220228"/>
                <a:gd name="connsiteX9" fmla="*/ 345439 w 1097349"/>
                <a:gd name="connsiteY9" fmla="*/ 915783 h 1220228"/>
                <a:gd name="connsiteX10" fmla="*/ 345439 w 1097349"/>
                <a:gd name="connsiteY10" fmla="*/ 1220828 h 1220228"/>
                <a:gd name="connsiteX11" fmla="*/ 627 w 1097349"/>
                <a:gd name="connsiteY11" fmla="*/ 122082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34A4F7-193E-4B6D-A386-7F3EBC35C4D0}"/>
                </a:ext>
              </a:extLst>
            </p:cNvPr>
            <p:cNvSpPr/>
            <p:nvPr/>
          </p:nvSpPr>
          <p:spPr>
            <a:xfrm flipV="1">
              <a:off x="9064439" y="5026300"/>
              <a:ext cx="1097349" cy="1220228"/>
            </a:xfrm>
            <a:custGeom>
              <a:avLst/>
              <a:gdLst>
                <a:gd name="connsiteX0" fmla="*/ 1098366 w 1097349"/>
                <a:gd name="connsiteY0" fmla="*/ 1220934 h 1220228"/>
                <a:gd name="connsiteX1" fmla="*/ 259881 w 1097349"/>
                <a:gd name="connsiteY1" fmla="*/ 1220934 h 1220228"/>
                <a:gd name="connsiteX2" fmla="*/ 1016 w 1097349"/>
                <a:gd name="connsiteY2" fmla="*/ 962058 h 1220228"/>
                <a:gd name="connsiteX3" fmla="*/ 1016 w 1097349"/>
                <a:gd name="connsiteY3" fmla="*/ 259605 h 1220228"/>
                <a:gd name="connsiteX4" fmla="*/ 259881 w 1097349"/>
                <a:gd name="connsiteY4" fmla="*/ 706 h 1220228"/>
                <a:gd name="connsiteX5" fmla="*/ 1098366 w 1097349"/>
                <a:gd name="connsiteY5" fmla="*/ 706 h 1220228"/>
                <a:gd name="connsiteX6" fmla="*/ 1098366 w 1097349"/>
                <a:gd name="connsiteY6" fmla="*/ 712544 h 1220228"/>
                <a:gd name="connsiteX7" fmla="*/ 549679 w 1097349"/>
                <a:gd name="connsiteY7" fmla="*/ 712544 h 1220228"/>
                <a:gd name="connsiteX8" fmla="*/ 549679 w 1097349"/>
                <a:gd name="connsiteY8" fmla="*/ 509165 h 1220228"/>
                <a:gd name="connsiteX9" fmla="*/ 753542 w 1097349"/>
                <a:gd name="connsiteY9" fmla="*/ 509165 h 1220228"/>
                <a:gd name="connsiteX10" fmla="*/ 753542 w 1097349"/>
                <a:gd name="connsiteY10" fmla="*/ 305797 h 1220228"/>
                <a:gd name="connsiteX11" fmla="*/ 419809 w 1097349"/>
                <a:gd name="connsiteY11" fmla="*/ 305797 h 1220228"/>
                <a:gd name="connsiteX12" fmla="*/ 345840 w 1097349"/>
                <a:gd name="connsiteY12" fmla="*/ 379767 h 1220228"/>
                <a:gd name="connsiteX13" fmla="*/ 345840 w 1097349"/>
                <a:gd name="connsiteY13" fmla="*/ 841977 h 1220228"/>
                <a:gd name="connsiteX14" fmla="*/ 419809 w 1097349"/>
                <a:gd name="connsiteY14" fmla="*/ 915958 h 1220228"/>
                <a:gd name="connsiteX15" fmla="*/ 1098366 w 1097349"/>
                <a:gd name="connsiteY15" fmla="*/ 91595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349" h="1220228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4C360B0-51E0-42E0-9F87-8BF35EF2FE50}"/>
                </a:ext>
              </a:extLst>
            </p:cNvPr>
            <p:cNvSpPr/>
            <p:nvPr/>
          </p:nvSpPr>
          <p:spPr>
            <a:xfrm flipV="1">
              <a:off x="4111085" y="2210232"/>
              <a:ext cx="3965674" cy="2263162"/>
            </a:xfrm>
            <a:custGeom>
              <a:avLst/>
              <a:gdLst>
                <a:gd name="connsiteX0" fmla="*/ 1373225 w 3965674"/>
                <a:gd name="connsiteY0" fmla="*/ 2263648 h 2263162"/>
                <a:gd name="connsiteX1" fmla="*/ 1373225 w 3965674"/>
                <a:gd name="connsiteY1" fmla="*/ 2183563 h 2263162"/>
                <a:gd name="connsiteX2" fmla="*/ 1069274 w 3965674"/>
                <a:gd name="connsiteY2" fmla="*/ 1541975 h 2263162"/>
                <a:gd name="connsiteX3" fmla="*/ 1068399 w 3965674"/>
                <a:gd name="connsiteY3" fmla="*/ 1581902 h 2263162"/>
                <a:gd name="connsiteX4" fmla="*/ 1373225 w 3965674"/>
                <a:gd name="connsiteY4" fmla="*/ 2263648 h 2263162"/>
                <a:gd name="connsiteX5" fmla="*/ 3966183 w 3965674"/>
                <a:gd name="connsiteY5" fmla="*/ 1226933 h 2263162"/>
                <a:gd name="connsiteX6" fmla="*/ 3966183 w 3965674"/>
                <a:gd name="connsiteY6" fmla="*/ 1226898 h 2263162"/>
                <a:gd name="connsiteX7" fmla="*/ 3936885 w 3965674"/>
                <a:gd name="connsiteY7" fmla="*/ 1117527 h 2263162"/>
                <a:gd name="connsiteX8" fmla="*/ 2819728 w 3965674"/>
                <a:gd name="connsiteY8" fmla="*/ 485 h 2263162"/>
                <a:gd name="connsiteX9" fmla="*/ 1146963 w 3965674"/>
                <a:gd name="connsiteY9" fmla="*/ 485 h 2263162"/>
                <a:gd name="connsiteX10" fmla="*/ 29806 w 3965674"/>
                <a:gd name="connsiteY10" fmla="*/ 1117527 h 2263162"/>
                <a:gd name="connsiteX11" fmla="*/ 508 w 3965674"/>
                <a:gd name="connsiteY11" fmla="*/ 1226933 h 2263162"/>
                <a:gd name="connsiteX12" fmla="*/ 1169881 w 3965674"/>
                <a:gd name="connsiteY12" fmla="*/ 57664 h 2263162"/>
                <a:gd name="connsiteX13" fmla="*/ 2796822 w 3965674"/>
                <a:gd name="connsiteY13" fmla="*/ 57664 h 2263162"/>
                <a:gd name="connsiteX14" fmla="*/ 2897417 w 3965674"/>
                <a:gd name="connsiteY14" fmla="*/ 1541975 h 2263162"/>
                <a:gd name="connsiteX15" fmla="*/ 2593454 w 3965674"/>
                <a:gd name="connsiteY15" fmla="*/ 2183563 h 2263162"/>
                <a:gd name="connsiteX16" fmla="*/ 2593454 w 3965674"/>
                <a:gd name="connsiteY16" fmla="*/ 2263648 h 2263162"/>
                <a:gd name="connsiteX17" fmla="*/ 2898293 w 3965674"/>
                <a:gd name="connsiteY17" fmla="*/ 1581902 h 2263162"/>
                <a:gd name="connsiteX18" fmla="*/ 2897417 w 3965674"/>
                <a:gd name="connsiteY18" fmla="*/ 1541975 h 226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65674" h="2263162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D91750-4CA7-4D14-B357-E00ED404C6B6}"/>
                </a:ext>
              </a:extLst>
            </p:cNvPr>
            <p:cNvSpPr/>
            <p:nvPr/>
          </p:nvSpPr>
          <p:spPr>
            <a:xfrm flipV="1">
              <a:off x="4111083" y="552177"/>
              <a:ext cx="3965674" cy="3864030"/>
            </a:xfrm>
            <a:custGeom>
              <a:avLst/>
              <a:gdLst>
                <a:gd name="connsiteX0" fmla="*/ 2288477 w 3965674"/>
                <a:gd name="connsiteY0" fmla="*/ 661666 h 3864030"/>
                <a:gd name="connsiteX1" fmla="*/ 2898372 w 3965674"/>
                <a:gd name="connsiteY1" fmla="*/ 1524415 h 3864030"/>
                <a:gd name="connsiteX2" fmla="*/ 2593534 w 3965674"/>
                <a:gd name="connsiteY2" fmla="*/ 2206150 h 3864030"/>
                <a:gd name="connsiteX3" fmla="*/ 2593534 w 3965674"/>
                <a:gd name="connsiteY3" fmla="*/ 2786287 h 3864030"/>
                <a:gd name="connsiteX4" fmla="*/ 3966262 w 3965674"/>
                <a:gd name="connsiteY4" fmla="*/ 1169435 h 3864030"/>
                <a:gd name="connsiteX5" fmla="*/ 2796901 w 3965674"/>
                <a:gd name="connsiteY5" fmla="*/ 177 h 3864030"/>
                <a:gd name="connsiteX6" fmla="*/ 1169960 w 3965674"/>
                <a:gd name="connsiteY6" fmla="*/ 177 h 3864030"/>
                <a:gd name="connsiteX7" fmla="*/ 588 w 3965674"/>
                <a:gd name="connsiteY7" fmla="*/ 1169435 h 3864030"/>
                <a:gd name="connsiteX8" fmla="*/ 1373305 w 3965674"/>
                <a:gd name="connsiteY8" fmla="*/ 2786287 h 3864030"/>
                <a:gd name="connsiteX9" fmla="*/ 1373305 w 3965674"/>
                <a:gd name="connsiteY9" fmla="*/ 2206150 h 3864030"/>
                <a:gd name="connsiteX10" fmla="*/ 1068478 w 3965674"/>
                <a:gd name="connsiteY10" fmla="*/ 1524415 h 3864030"/>
                <a:gd name="connsiteX11" fmla="*/ 1678362 w 3965674"/>
                <a:gd name="connsiteY11" fmla="*/ 661666 h 3864030"/>
                <a:gd name="connsiteX12" fmla="*/ 1678362 w 3965674"/>
                <a:gd name="connsiteY12" fmla="*/ 3145610 h 3864030"/>
                <a:gd name="connsiteX13" fmla="*/ 2288477 w 3965674"/>
                <a:gd name="connsiteY13" fmla="*/ 3864208 h 3864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65674" h="386403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540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1D31A0AA-B71D-4A8B-81EE-E1637C61553A}"/>
              </a:ext>
            </a:extLst>
          </p:cNvPr>
          <p:cNvSpPr/>
          <p:nvPr userDrawn="1"/>
        </p:nvSpPr>
        <p:spPr>
          <a:xfrm>
            <a:off x="1260389" y="-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E1E1FC5-7D7E-46B1-AD9D-3AF538F93883}"/>
              </a:ext>
            </a:extLst>
          </p:cNvPr>
          <p:cNvSpPr/>
          <p:nvPr userDrawn="1"/>
        </p:nvSpPr>
        <p:spPr>
          <a:xfrm>
            <a:off x="5602234" y="-1760376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EE59A07-0B4D-4D54-9838-D6BA7E5F8EED}"/>
              </a:ext>
            </a:extLst>
          </p:cNvPr>
          <p:cNvSpPr/>
          <p:nvPr userDrawn="1"/>
        </p:nvSpPr>
        <p:spPr>
          <a:xfrm>
            <a:off x="7863352" y="-31102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96C2721-5864-4C5D-A12D-BB73BA676DA5}"/>
              </a:ext>
            </a:extLst>
          </p:cNvPr>
          <p:cNvSpPr/>
          <p:nvPr userDrawn="1"/>
        </p:nvSpPr>
        <p:spPr>
          <a:xfrm>
            <a:off x="9683914" y="2578359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6ABAD0C5-A8AC-4F1E-B10C-68415E6454D0}"/>
              </a:ext>
            </a:extLst>
          </p:cNvPr>
          <p:cNvSpPr/>
          <p:nvPr userDrawn="1"/>
        </p:nvSpPr>
        <p:spPr>
          <a:xfrm>
            <a:off x="10469843" y="200179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D3A010F1-3DBA-4CF7-B1AD-DD29ADA5A651}"/>
              </a:ext>
            </a:extLst>
          </p:cNvPr>
          <p:cNvSpPr/>
          <p:nvPr userDrawn="1"/>
        </p:nvSpPr>
        <p:spPr>
          <a:xfrm>
            <a:off x="9711514" y="169077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E2BD8A3-A52E-4537-BBFD-E36B429BA88D}"/>
              </a:ext>
            </a:extLst>
          </p:cNvPr>
          <p:cNvSpPr/>
          <p:nvPr userDrawn="1"/>
        </p:nvSpPr>
        <p:spPr>
          <a:xfrm>
            <a:off x="3875959" y="484169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081BB8B-6C05-4DE9-97C7-3BFD7D89485B}"/>
              </a:ext>
            </a:extLst>
          </p:cNvPr>
          <p:cNvSpPr/>
          <p:nvPr userDrawn="1"/>
        </p:nvSpPr>
        <p:spPr>
          <a:xfrm>
            <a:off x="-363025" y="4346135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FE9F753-128E-4A1D-B01A-66EE9053C8EA}"/>
              </a:ext>
            </a:extLst>
          </p:cNvPr>
          <p:cNvSpPr/>
          <p:nvPr userDrawn="1"/>
        </p:nvSpPr>
        <p:spPr>
          <a:xfrm>
            <a:off x="-4019927" y="-140640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064DC25-7E68-4455-B7C8-A9CEC6DDAE5B}"/>
              </a:ext>
            </a:extLst>
          </p:cNvPr>
          <p:cNvSpPr/>
          <p:nvPr userDrawn="1"/>
        </p:nvSpPr>
        <p:spPr>
          <a:xfrm>
            <a:off x="2133402" y="-1013408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9989F11E-499E-4A05-ADB1-490BE05AB45B}"/>
              </a:ext>
            </a:extLst>
          </p:cNvPr>
          <p:cNvSpPr/>
          <p:nvPr userDrawn="1"/>
        </p:nvSpPr>
        <p:spPr>
          <a:xfrm>
            <a:off x="692944" y="5426037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A8E8D-DCF8-4B78-83B7-63184A19125A}"/>
              </a:ext>
            </a:extLst>
          </p:cNvPr>
          <p:cNvSpPr/>
          <p:nvPr userDrawn="1"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E0EEB-4A4C-40B1-B785-1647FD29312E}"/>
              </a:ext>
            </a:extLst>
          </p:cNvPr>
          <p:cNvSpPr/>
          <p:nvPr userDrawn="1"/>
        </p:nvSpPr>
        <p:spPr>
          <a:xfrm>
            <a:off x="0" y="6707981"/>
            <a:ext cx="12192000" cy="1500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ADAD79-5C84-4E46-BCF3-0DC685C3844D}"/>
              </a:ext>
            </a:extLst>
          </p:cNvPr>
          <p:cNvGrpSpPr/>
          <p:nvPr userDrawn="1"/>
        </p:nvGrpSpPr>
        <p:grpSpPr>
          <a:xfrm>
            <a:off x="11223078" y="124093"/>
            <a:ext cx="729092" cy="515389"/>
            <a:chOff x="2026073" y="552177"/>
            <a:chExt cx="8135718" cy="5751070"/>
          </a:xfrm>
          <a:effectLst>
            <a:outerShdw blurRad="63500" dist="38100" dir="5400000" algn="t" rotWithShape="0">
              <a:prstClr val="black">
                <a:alpha val="3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FE36DF-16F0-48E0-AF6C-2B54D12DECC2}"/>
                </a:ext>
              </a:extLst>
            </p:cNvPr>
            <p:cNvSpPr/>
            <p:nvPr/>
          </p:nvSpPr>
          <p:spPr>
            <a:xfrm flipV="1">
              <a:off x="9856992" y="4619545"/>
              <a:ext cx="304792" cy="304826"/>
            </a:xfrm>
            <a:custGeom>
              <a:avLst/>
              <a:gdLst>
                <a:gd name="connsiteX0" fmla="*/ 153399 w 304792"/>
                <a:gd name="connsiteY0" fmla="*/ 283590 h 304826"/>
                <a:gd name="connsiteX1" fmla="*/ 22781 w 304792"/>
                <a:gd name="connsiteY1" fmla="*/ 152960 h 304826"/>
                <a:gd name="connsiteX2" fmla="*/ 153399 w 304792"/>
                <a:gd name="connsiteY2" fmla="*/ 22364 h 304826"/>
                <a:gd name="connsiteX3" fmla="*/ 284006 w 304792"/>
                <a:gd name="connsiteY3" fmla="*/ 152960 h 304826"/>
                <a:gd name="connsiteX4" fmla="*/ 153399 w 304792"/>
                <a:gd name="connsiteY4" fmla="*/ 283590 h 304826"/>
                <a:gd name="connsiteX5" fmla="*/ 124850 w 304792"/>
                <a:gd name="connsiteY5" fmla="*/ 154918 h 304826"/>
                <a:gd name="connsiteX6" fmla="*/ 167104 w 304792"/>
                <a:gd name="connsiteY6" fmla="*/ 154918 h 304826"/>
                <a:gd name="connsiteX7" fmla="*/ 200962 w 304792"/>
                <a:gd name="connsiteY7" fmla="*/ 182373 h 304826"/>
                <a:gd name="connsiteX8" fmla="*/ 200962 w 304792"/>
                <a:gd name="connsiteY8" fmla="*/ 182868 h 304826"/>
                <a:gd name="connsiteX9" fmla="*/ 166885 w 304792"/>
                <a:gd name="connsiteY9" fmla="*/ 210104 h 304826"/>
                <a:gd name="connsiteX10" fmla="*/ 124850 w 304792"/>
                <a:gd name="connsiteY10" fmla="*/ 210104 h 304826"/>
                <a:gd name="connsiteX11" fmla="*/ 95933 w 304792"/>
                <a:gd name="connsiteY11" fmla="*/ 71988 h 304826"/>
                <a:gd name="connsiteX12" fmla="*/ 124850 w 304792"/>
                <a:gd name="connsiteY12" fmla="*/ 71988 h 304826"/>
                <a:gd name="connsiteX13" fmla="*/ 124850 w 304792"/>
                <a:gd name="connsiteY13" fmla="*/ 129305 h 304826"/>
                <a:gd name="connsiteX14" fmla="*/ 160989 w 304792"/>
                <a:gd name="connsiteY14" fmla="*/ 129305 h 304826"/>
                <a:gd name="connsiteX15" fmla="*/ 201411 w 304792"/>
                <a:gd name="connsiteY15" fmla="*/ 71988 h 304826"/>
                <a:gd name="connsiteX16" fmla="*/ 235476 w 304792"/>
                <a:gd name="connsiteY16" fmla="*/ 71988 h 304826"/>
                <a:gd name="connsiteX17" fmla="*/ 191069 w 304792"/>
                <a:gd name="connsiteY17" fmla="*/ 134246 h 304826"/>
                <a:gd name="connsiteX18" fmla="*/ 230317 w 304792"/>
                <a:gd name="connsiteY18" fmla="*/ 184031 h 304826"/>
                <a:gd name="connsiteX19" fmla="*/ 230317 w 304792"/>
                <a:gd name="connsiteY19" fmla="*/ 184492 h 304826"/>
                <a:gd name="connsiteX20" fmla="*/ 216670 w 304792"/>
                <a:gd name="connsiteY20" fmla="*/ 219974 h 304826"/>
                <a:gd name="connsiteX21" fmla="*/ 169223 w 304792"/>
                <a:gd name="connsiteY21" fmla="*/ 236396 h 304826"/>
                <a:gd name="connsiteX22" fmla="*/ 95933 w 304792"/>
                <a:gd name="connsiteY22" fmla="*/ 236396 h 304826"/>
                <a:gd name="connsiteX23" fmla="*/ 153399 w 304792"/>
                <a:gd name="connsiteY23" fmla="*/ 305391 h 304826"/>
                <a:gd name="connsiteX24" fmla="*/ 305807 w 304792"/>
                <a:gd name="connsiteY24" fmla="*/ 152960 h 304826"/>
                <a:gd name="connsiteX25" fmla="*/ 153399 w 304792"/>
                <a:gd name="connsiteY25" fmla="*/ 564 h 304826"/>
                <a:gd name="connsiteX26" fmla="*/ 1015 w 304792"/>
                <a:gd name="connsiteY26" fmla="*/ 152960 h 304826"/>
                <a:gd name="connsiteX27" fmla="*/ 153399 w 304792"/>
                <a:gd name="connsiteY27" fmla="*/ 305391 h 30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04792" h="304826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CEFAEED-26DB-49D2-8F4C-CFBE6AA0EB18}"/>
                </a:ext>
              </a:extLst>
            </p:cNvPr>
            <p:cNvSpPr/>
            <p:nvPr/>
          </p:nvSpPr>
          <p:spPr>
            <a:xfrm flipV="1">
              <a:off x="2026073" y="5331277"/>
              <a:ext cx="8135718" cy="971970"/>
            </a:xfrm>
            <a:custGeom>
              <a:avLst/>
              <a:gdLst>
                <a:gd name="connsiteX0" fmla="*/ 345061 w 8135718"/>
                <a:gd name="connsiteY0" fmla="*/ 915917 h 971970"/>
                <a:gd name="connsiteX1" fmla="*/ 678783 w 8135718"/>
                <a:gd name="connsiteY1" fmla="*/ 915917 h 971970"/>
                <a:gd name="connsiteX2" fmla="*/ 752741 w 8135718"/>
                <a:gd name="connsiteY2" fmla="*/ 841947 h 971970"/>
                <a:gd name="connsiteX3" fmla="*/ 752741 w 8135718"/>
                <a:gd name="connsiteY3" fmla="*/ 898700 h 971970"/>
                <a:gd name="connsiteX4" fmla="*/ 678783 w 8135718"/>
                <a:gd name="connsiteY4" fmla="*/ 972681 h 971970"/>
                <a:gd name="connsiteX5" fmla="*/ 345061 w 8135718"/>
                <a:gd name="connsiteY5" fmla="*/ 972681 h 971970"/>
                <a:gd name="connsiteX6" fmla="*/ 1097576 w 8135718"/>
                <a:gd name="connsiteY6" fmla="*/ 316340 h 971970"/>
                <a:gd name="connsiteX7" fmla="*/ 1097576 w 8135718"/>
                <a:gd name="connsiteY7" fmla="*/ 259599 h 971970"/>
                <a:gd name="connsiteX8" fmla="*/ 838687 w 8135718"/>
                <a:gd name="connsiteY8" fmla="*/ 711 h 971970"/>
                <a:gd name="connsiteX9" fmla="*/ 238 w 8135718"/>
                <a:gd name="connsiteY9" fmla="*/ 711 h 971970"/>
                <a:gd name="connsiteX10" fmla="*/ 238 w 8135718"/>
                <a:gd name="connsiteY10" fmla="*/ 57429 h 971970"/>
                <a:gd name="connsiteX11" fmla="*/ 838687 w 8135718"/>
                <a:gd name="connsiteY11" fmla="*/ 57429 h 971970"/>
                <a:gd name="connsiteX12" fmla="*/ 1097576 w 8135718"/>
                <a:gd name="connsiteY12" fmla="*/ 316340 h 971970"/>
                <a:gd name="connsiteX13" fmla="*/ 1614810 w 8135718"/>
                <a:gd name="connsiteY13" fmla="*/ 841947 h 971970"/>
                <a:gd name="connsiteX14" fmla="*/ 1688780 w 8135718"/>
                <a:gd name="connsiteY14" fmla="*/ 915917 h 971970"/>
                <a:gd name="connsiteX15" fmla="*/ 2022502 w 8135718"/>
                <a:gd name="connsiteY15" fmla="*/ 915917 h 971970"/>
                <a:gd name="connsiteX16" fmla="*/ 2022502 w 8135718"/>
                <a:gd name="connsiteY16" fmla="*/ 972681 h 971970"/>
                <a:gd name="connsiteX17" fmla="*/ 1688780 w 8135718"/>
                <a:gd name="connsiteY17" fmla="*/ 972681 h 971970"/>
                <a:gd name="connsiteX18" fmla="*/ 1614810 w 8135718"/>
                <a:gd name="connsiteY18" fmla="*/ 898700 h 971970"/>
                <a:gd name="connsiteX19" fmla="*/ 2022502 w 8135718"/>
                <a:gd name="connsiteY19" fmla="*/ 711 h 971970"/>
                <a:gd name="connsiteX20" fmla="*/ 2367325 w 8135718"/>
                <a:gd name="connsiteY20" fmla="*/ 711 h 971970"/>
                <a:gd name="connsiteX21" fmla="*/ 2367325 w 8135718"/>
                <a:gd name="connsiteY21" fmla="*/ 57429 h 971970"/>
                <a:gd name="connsiteX22" fmla="*/ 2022502 w 8135718"/>
                <a:gd name="connsiteY22" fmla="*/ 57429 h 971970"/>
                <a:gd name="connsiteX23" fmla="*/ 1614810 w 8135718"/>
                <a:gd name="connsiteY23" fmla="*/ 305768 h 971970"/>
                <a:gd name="connsiteX24" fmla="*/ 2022502 w 8135718"/>
                <a:gd name="connsiteY24" fmla="*/ 305768 h 971970"/>
                <a:gd name="connsiteX25" fmla="*/ 2022502 w 8135718"/>
                <a:gd name="connsiteY25" fmla="*/ 362532 h 971970"/>
                <a:gd name="connsiteX26" fmla="*/ 1614810 w 8135718"/>
                <a:gd name="connsiteY26" fmla="*/ 362532 h 971970"/>
                <a:gd name="connsiteX27" fmla="*/ 1269987 w 8135718"/>
                <a:gd name="connsiteY27" fmla="*/ 711 h 971970"/>
                <a:gd name="connsiteX28" fmla="*/ 1614799 w 8135718"/>
                <a:gd name="connsiteY28" fmla="*/ 711 h 971970"/>
                <a:gd name="connsiteX29" fmla="*/ 1614799 w 8135718"/>
                <a:gd name="connsiteY29" fmla="*/ 57429 h 971970"/>
                <a:gd name="connsiteX30" fmla="*/ 1269987 w 8135718"/>
                <a:gd name="connsiteY30" fmla="*/ 57429 h 971970"/>
                <a:gd name="connsiteX31" fmla="*/ 3574160 w 8135718"/>
                <a:gd name="connsiteY31" fmla="*/ 915917 h 971970"/>
                <a:gd name="connsiteX32" fmla="*/ 3907870 w 8135718"/>
                <a:gd name="connsiteY32" fmla="*/ 915917 h 971970"/>
                <a:gd name="connsiteX33" fmla="*/ 3981851 w 8135718"/>
                <a:gd name="connsiteY33" fmla="*/ 841947 h 971970"/>
                <a:gd name="connsiteX34" fmla="*/ 3981851 w 8135718"/>
                <a:gd name="connsiteY34" fmla="*/ 898700 h 971970"/>
                <a:gd name="connsiteX35" fmla="*/ 3907870 w 8135718"/>
                <a:gd name="connsiteY35" fmla="*/ 972681 h 971970"/>
                <a:gd name="connsiteX36" fmla="*/ 3574160 w 8135718"/>
                <a:gd name="connsiteY36" fmla="*/ 972681 h 971970"/>
                <a:gd name="connsiteX37" fmla="*/ 4326663 w 8135718"/>
                <a:gd name="connsiteY37" fmla="*/ 316340 h 971970"/>
                <a:gd name="connsiteX38" fmla="*/ 4326663 w 8135718"/>
                <a:gd name="connsiteY38" fmla="*/ 259599 h 971970"/>
                <a:gd name="connsiteX39" fmla="*/ 4067798 w 8135718"/>
                <a:gd name="connsiteY39" fmla="*/ 711 h 971970"/>
                <a:gd name="connsiteX40" fmla="*/ 3229325 w 8135718"/>
                <a:gd name="connsiteY40" fmla="*/ 711 h 971970"/>
                <a:gd name="connsiteX41" fmla="*/ 3229325 w 8135718"/>
                <a:gd name="connsiteY41" fmla="*/ 57429 h 971970"/>
                <a:gd name="connsiteX42" fmla="*/ 4067798 w 8135718"/>
                <a:gd name="connsiteY42" fmla="*/ 57429 h 971970"/>
                <a:gd name="connsiteX43" fmla="*/ 4326663 w 8135718"/>
                <a:gd name="connsiteY43" fmla="*/ 316340 h 971970"/>
                <a:gd name="connsiteX44" fmla="*/ 6113670 w 8135718"/>
                <a:gd name="connsiteY44" fmla="*/ 711 h 971970"/>
                <a:gd name="connsiteX45" fmla="*/ 5768847 w 8135718"/>
                <a:gd name="connsiteY45" fmla="*/ 711 h 971970"/>
                <a:gd name="connsiteX46" fmla="*/ 5768847 w 8135718"/>
                <a:gd name="connsiteY46" fmla="*/ 57429 h 971970"/>
                <a:gd name="connsiteX47" fmla="*/ 6113670 w 8135718"/>
                <a:gd name="connsiteY47" fmla="*/ 57429 h 971970"/>
                <a:gd name="connsiteX48" fmla="*/ 6521373 w 8135718"/>
                <a:gd name="connsiteY48" fmla="*/ 841947 h 971970"/>
                <a:gd name="connsiteX49" fmla="*/ 6447403 w 8135718"/>
                <a:gd name="connsiteY49" fmla="*/ 915917 h 971970"/>
                <a:gd name="connsiteX50" fmla="*/ 6113670 w 8135718"/>
                <a:gd name="connsiteY50" fmla="*/ 915917 h 971970"/>
                <a:gd name="connsiteX51" fmla="*/ 6113670 w 8135718"/>
                <a:gd name="connsiteY51" fmla="*/ 972681 h 971970"/>
                <a:gd name="connsiteX52" fmla="*/ 6447403 w 8135718"/>
                <a:gd name="connsiteY52" fmla="*/ 972681 h 971970"/>
                <a:gd name="connsiteX53" fmla="*/ 6521373 w 8135718"/>
                <a:gd name="connsiteY53" fmla="*/ 898700 h 971970"/>
                <a:gd name="connsiteX54" fmla="*/ 6866196 w 8135718"/>
                <a:gd name="connsiteY54" fmla="*/ 711 h 971970"/>
                <a:gd name="connsiteX55" fmla="*/ 6521373 w 8135718"/>
                <a:gd name="connsiteY55" fmla="*/ 711 h 971970"/>
                <a:gd name="connsiteX56" fmla="*/ 6521373 w 8135718"/>
                <a:gd name="connsiteY56" fmla="*/ 57429 h 971970"/>
                <a:gd name="connsiteX57" fmla="*/ 6866196 w 8135718"/>
                <a:gd name="connsiteY57" fmla="*/ 57429 h 971970"/>
                <a:gd name="connsiteX58" fmla="*/ 4499086 w 8135718"/>
                <a:gd name="connsiteY58" fmla="*/ 711 h 971970"/>
                <a:gd name="connsiteX59" fmla="*/ 5337559 w 8135718"/>
                <a:gd name="connsiteY59" fmla="*/ 711 h 971970"/>
                <a:gd name="connsiteX60" fmla="*/ 5596435 w 8135718"/>
                <a:gd name="connsiteY60" fmla="*/ 259599 h 971970"/>
                <a:gd name="connsiteX61" fmla="*/ 5596435 w 8135718"/>
                <a:gd name="connsiteY61" fmla="*/ 316340 h 971970"/>
                <a:gd name="connsiteX62" fmla="*/ 5337559 w 8135718"/>
                <a:gd name="connsiteY62" fmla="*/ 57429 h 971970"/>
                <a:gd name="connsiteX63" fmla="*/ 4499086 w 8135718"/>
                <a:gd name="connsiteY63" fmla="*/ 57429 h 971970"/>
                <a:gd name="connsiteX64" fmla="*/ 7383431 w 8135718"/>
                <a:gd name="connsiteY64" fmla="*/ 841947 h 971970"/>
                <a:gd name="connsiteX65" fmla="*/ 7457401 w 8135718"/>
                <a:gd name="connsiteY65" fmla="*/ 915917 h 971970"/>
                <a:gd name="connsiteX66" fmla="*/ 8135956 w 8135718"/>
                <a:gd name="connsiteY66" fmla="*/ 915917 h 971970"/>
                <a:gd name="connsiteX67" fmla="*/ 8135956 w 8135718"/>
                <a:gd name="connsiteY67" fmla="*/ 972681 h 971970"/>
                <a:gd name="connsiteX68" fmla="*/ 7457401 w 8135718"/>
                <a:gd name="connsiteY68" fmla="*/ 972681 h 971970"/>
                <a:gd name="connsiteX69" fmla="*/ 7383431 w 8135718"/>
                <a:gd name="connsiteY69" fmla="*/ 898700 h 971970"/>
                <a:gd name="connsiteX70" fmla="*/ 7587271 w 8135718"/>
                <a:gd name="connsiteY70" fmla="*/ 509170 h 971970"/>
                <a:gd name="connsiteX71" fmla="*/ 7791122 w 8135718"/>
                <a:gd name="connsiteY71" fmla="*/ 509170 h 971970"/>
                <a:gd name="connsiteX72" fmla="*/ 7791122 w 8135718"/>
                <a:gd name="connsiteY72" fmla="*/ 565900 h 971970"/>
                <a:gd name="connsiteX73" fmla="*/ 7587271 w 8135718"/>
                <a:gd name="connsiteY73" fmla="*/ 565900 h 971970"/>
                <a:gd name="connsiteX74" fmla="*/ 7038607 w 8135718"/>
                <a:gd name="connsiteY74" fmla="*/ 316340 h 971970"/>
                <a:gd name="connsiteX75" fmla="*/ 7038607 w 8135718"/>
                <a:gd name="connsiteY75" fmla="*/ 259599 h 971970"/>
                <a:gd name="connsiteX76" fmla="*/ 7297472 w 8135718"/>
                <a:gd name="connsiteY76" fmla="*/ 711 h 971970"/>
                <a:gd name="connsiteX77" fmla="*/ 8135956 w 8135718"/>
                <a:gd name="connsiteY77" fmla="*/ 711 h 971970"/>
                <a:gd name="connsiteX78" fmla="*/ 8135956 w 8135718"/>
                <a:gd name="connsiteY78" fmla="*/ 57429 h 971970"/>
                <a:gd name="connsiteX79" fmla="*/ 7297472 w 8135718"/>
                <a:gd name="connsiteY79" fmla="*/ 57429 h 971970"/>
                <a:gd name="connsiteX80" fmla="*/ 7038607 w 8135718"/>
                <a:gd name="connsiteY80" fmla="*/ 316340 h 971970"/>
                <a:gd name="connsiteX81" fmla="*/ 2884537 w 8135718"/>
                <a:gd name="connsiteY81" fmla="*/ 711 h 971970"/>
                <a:gd name="connsiteX82" fmla="*/ 2539748 w 8135718"/>
                <a:gd name="connsiteY82" fmla="*/ 711 h 971970"/>
                <a:gd name="connsiteX83" fmla="*/ 2539748 w 8135718"/>
                <a:gd name="connsiteY83" fmla="*/ 57429 h 971970"/>
                <a:gd name="connsiteX84" fmla="*/ 2884537 w 8135718"/>
                <a:gd name="connsiteY84" fmla="*/ 57429 h 97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8135718" h="97197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645DE4-CFEF-4BE3-A4B1-5F071B4F25C9}"/>
                </a:ext>
              </a:extLst>
            </p:cNvPr>
            <p:cNvSpPr/>
            <p:nvPr/>
          </p:nvSpPr>
          <p:spPr>
            <a:xfrm flipV="1">
              <a:off x="4565577" y="5026712"/>
              <a:ext cx="344788" cy="1219814"/>
            </a:xfrm>
            <a:custGeom>
              <a:avLst/>
              <a:gdLst>
                <a:gd name="connsiteX0" fmla="*/ 101 w 344788"/>
                <a:gd name="connsiteY0" fmla="*/ 1220361 h 1219814"/>
                <a:gd name="connsiteX1" fmla="*/ 344890 w 344788"/>
                <a:gd name="connsiteY1" fmla="*/ 1220361 h 1219814"/>
                <a:gd name="connsiteX2" fmla="*/ 344890 w 344788"/>
                <a:gd name="connsiteY2" fmla="*/ 547 h 1219814"/>
                <a:gd name="connsiteX3" fmla="*/ 101 w 344788"/>
                <a:gd name="connsiteY3" fmla="*/ 547 h 1219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788" h="1219814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80A34C3-9264-4FC1-8F9D-900A3EF4A1D4}"/>
                </a:ext>
              </a:extLst>
            </p:cNvPr>
            <p:cNvSpPr/>
            <p:nvPr/>
          </p:nvSpPr>
          <p:spPr>
            <a:xfrm flipV="1">
              <a:off x="2026073" y="5026304"/>
              <a:ext cx="1097337" cy="1220228"/>
            </a:xfrm>
            <a:custGeom>
              <a:avLst/>
              <a:gdLst>
                <a:gd name="connsiteX0" fmla="*/ 344959 w 1097337"/>
                <a:gd name="connsiteY0" fmla="*/ 915931 h 1220228"/>
                <a:gd name="connsiteX1" fmla="*/ 344959 w 1097337"/>
                <a:gd name="connsiteY1" fmla="*/ 305782 h 1220228"/>
                <a:gd name="connsiteX2" fmla="*/ 678681 w 1097337"/>
                <a:gd name="connsiteY2" fmla="*/ 305782 h 1220228"/>
                <a:gd name="connsiteX3" fmla="*/ 752639 w 1097337"/>
                <a:gd name="connsiteY3" fmla="*/ 379740 h 1220228"/>
                <a:gd name="connsiteX4" fmla="*/ 752639 w 1097337"/>
                <a:gd name="connsiteY4" fmla="*/ 841950 h 1220228"/>
                <a:gd name="connsiteX5" fmla="*/ 678681 w 1097337"/>
                <a:gd name="connsiteY5" fmla="*/ 915931 h 1220228"/>
                <a:gd name="connsiteX6" fmla="*/ 136 w 1097337"/>
                <a:gd name="connsiteY6" fmla="*/ 1220908 h 1220228"/>
                <a:gd name="connsiteX7" fmla="*/ 838586 w 1097337"/>
                <a:gd name="connsiteY7" fmla="*/ 1220908 h 1220228"/>
                <a:gd name="connsiteX8" fmla="*/ 1097474 w 1097337"/>
                <a:gd name="connsiteY8" fmla="*/ 962031 h 1220228"/>
                <a:gd name="connsiteX9" fmla="*/ 1097474 w 1097337"/>
                <a:gd name="connsiteY9" fmla="*/ 259590 h 1220228"/>
                <a:gd name="connsiteX10" fmla="*/ 838586 w 1097337"/>
                <a:gd name="connsiteY10" fmla="*/ 679 h 1220228"/>
                <a:gd name="connsiteX11" fmla="*/ 136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F43400-DDFC-418F-9CE2-7F54E3C94350}"/>
                </a:ext>
              </a:extLst>
            </p:cNvPr>
            <p:cNvSpPr/>
            <p:nvPr/>
          </p:nvSpPr>
          <p:spPr>
            <a:xfrm flipV="1">
              <a:off x="3295831" y="5026295"/>
              <a:ext cx="1097337" cy="1220228"/>
            </a:xfrm>
            <a:custGeom>
              <a:avLst/>
              <a:gdLst>
                <a:gd name="connsiteX0" fmla="*/ 345095 w 1097337"/>
                <a:gd name="connsiteY0" fmla="*/ 610802 h 1220228"/>
                <a:gd name="connsiteX1" fmla="*/ 345095 w 1097337"/>
                <a:gd name="connsiteY1" fmla="*/ 841912 h 1220228"/>
                <a:gd name="connsiteX2" fmla="*/ 419065 w 1097337"/>
                <a:gd name="connsiteY2" fmla="*/ 915893 h 1220228"/>
                <a:gd name="connsiteX3" fmla="*/ 752786 w 1097337"/>
                <a:gd name="connsiteY3" fmla="*/ 915893 h 1220228"/>
                <a:gd name="connsiteX4" fmla="*/ 752786 w 1097337"/>
                <a:gd name="connsiteY4" fmla="*/ 727393 h 1220228"/>
                <a:gd name="connsiteX5" fmla="*/ 752786 w 1097337"/>
                <a:gd name="connsiteY5" fmla="*/ 610802 h 1220228"/>
                <a:gd name="connsiteX6" fmla="*/ 1097621 w 1097337"/>
                <a:gd name="connsiteY6" fmla="*/ 1220881 h 1220228"/>
                <a:gd name="connsiteX7" fmla="*/ 259148 w 1097337"/>
                <a:gd name="connsiteY7" fmla="*/ 1220881 h 1220228"/>
                <a:gd name="connsiteX8" fmla="*/ 283 w 1097337"/>
                <a:gd name="connsiteY8" fmla="*/ 961993 h 1220228"/>
                <a:gd name="connsiteX9" fmla="*/ 283 w 1097337"/>
                <a:gd name="connsiteY9" fmla="*/ 653 h 1220228"/>
                <a:gd name="connsiteX10" fmla="*/ 345095 w 1097337"/>
                <a:gd name="connsiteY10" fmla="*/ 653 h 1220228"/>
                <a:gd name="connsiteX11" fmla="*/ 345095 w 1097337"/>
                <a:gd name="connsiteY11" fmla="*/ 305744 h 1220228"/>
                <a:gd name="connsiteX12" fmla="*/ 752786 w 1097337"/>
                <a:gd name="connsiteY12" fmla="*/ 305744 h 1220228"/>
                <a:gd name="connsiteX13" fmla="*/ 752786 w 1097337"/>
                <a:gd name="connsiteY13" fmla="*/ 653 h 1220228"/>
                <a:gd name="connsiteX14" fmla="*/ 1097621 w 1097337"/>
                <a:gd name="connsiteY14" fmla="*/ 653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337" h="1220228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7AA875-83B6-4B1A-B680-58E3E3FDFEB7}"/>
                </a:ext>
              </a:extLst>
            </p:cNvPr>
            <p:cNvSpPr/>
            <p:nvPr/>
          </p:nvSpPr>
          <p:spPr>
            <a:xfrm flipV="1">
              <a:off x="5255167" y="5026304"/>
              <a:ext cx="1097337" cy="1220228"/>
            </a:xfrm>
            <a:custGeom>
              <a:avLst/>
              <a:gdLst>
                <a:gd name="connsiteX0" fmla="*/ 345333 w 1097337"/>
                <a:gd name="connsiteY0" fmla="*/ 915931 h 1220228"/>
                <a:gd name="connsiteX1" fmla="*/ 345333 w 1097337"/>
                <a:gd name="connsiteY1" fmla="*/ 305782 h 1220228"/>
                <a:gd name="connsiteX2" fmla="*/ 679055 w 1097337"/>
                <a:gd name="connsiteY2" fmla="*/ 305782 h 1220228"/>
                <a:gd name="connsiteX3" fmla="*/ 753024 w 1097337"/>
                <a:gd name="connsiteY3" fmla="*/ 379740 h 1220228"/>
                <a:gd name="connsiteX4" fmla="*/ 753024 w 1097337"/>
                <a:gd name="connsiteY4" fmla="*/ 841950 h 1220228"/>
                <a:gd name="connsiteX5" fmla="*/ 679055 w 1097337"/>
                <a:gd name="connsiteY5" fmla="*/ 915931 h 1220228"/>
                <a:gd name="connsiteX6" fmla="*/ 510 w 1097337"/>
                <a:gd name="connsiteY6" fmla="*/ 1220908 h 1220228"/>
                <a:gd name="connsiteX7" fmla="*/ 838971 w 1097337"/>
                <a:gd name="connsiteY7" fmla="*/ 1220908 h 1220228"/>
                <a:gd name="connsiteX8" fmla="*/ 1097848 w 1097337"/>
                <a:gd name="connsiteY8" fmla="*/ 962031 h 1220228"/>
                <a:gd name="connsiteX9" fmla="*/ 1097848 w 1097337"/>
                <a:gd name="connsiteY9" fmla="*/ 259590 h 1220228"/>
                <a:gd name="connsiteX10" fmla="*/ 838971 w 1097337"/>
                <a:gd name="connsiteY10" fmla="*/ 679 h 1220228"/>
                <a:gd name="connsiteX11" fmla="*/ 510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A16BC8-881A-45BA-BD54-4B64DA82CDE1}"/>
                </a:ext>
              </a:extLst>
            </p:cNvPr>
            <p:cNvSpPr/>
            <p:nvPr/>
          </p:nvSpPr>
          <p:spPr>
            <a:xfrm flipV="1">
              <a:off x="7794679" y="5026300"/>
              <a:ext cx="1097349" cy="1220228"/>
            </a:xfrm>
            <a:custGeom>
              <a:avLst/>
              <a:gdLst>
                <a:gd name="connsiteX0" fmla="*/ 774 w 1097349"/>
                <a:gd name="connsiteY0" fmla="*/ 1220934 h 1220228"/>
                <a:gd name="connsiteX1" fmla="*/ 839247 w 1097349"/>
                <a:gd name="connsiteY1" fmla="*/ 1220934 h 1220228"/>
                <a:gd name="connsiteX2" fmla="*/ 1098123 w 1097349"/>
                <a:gd name="connsiteY2" fmla="*/ 962058 h 1220228"/>
                <a:gd name="connsiteX3" fmla="*/ 1098123 w 1097349"/>
                <a:gd name="connsiteY3" fmla="*/ 706 h 1220228"/>
                <a:gd name="connsiteX4" fmla="*/ 753300 w 1097349"/>
                <a:gd name="connsiteY4" fmla="*/ 706 h 1220228"/>
                <a:gd name="connsiteX5" fmla="*/ 753300 w 1097349"/>
                <a:gd name="connsiteY5" fmla="*/ 841977 h 1220228"/>
                <a:gd name="connsiteX6" fmla="*/ 679330 w 1097349"/>
                <a:gd name="connsiteY6" fmla="*/ 915958 h 1220228"/>
                <a:gd name="connsiteX7" fmla="*/ 345597 w 1097349"/>
                <a:gd name="connsiteY7" fmla="*/ 915958 h 1220228"/>
                <a:gd name="connsiteX8" fmla="*/ 345597 w 1097349"/>
                <a:gd name="connsiteY8" fmla="*/ 727446 h 1220228"/>
                <a:gd name="connsiteX9" fmla="*/ 345597 w 1097349"/>
                <a:gd name="connsiteY9" fmla="*/ 305797 h 1220228"/>
                <a:gd name="connsiteX10" fmla="*/ 345597 w 1097349"/>
                <a:gd name="connsiteY10" fmla="*/ 706 h 1220228"/>
                <a:gd name="connsiteX11" fmla="*/ 774 w 1097349"/>
                <a:gd name="connsiteY11" fmla="*/ 706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02BDB3B-88FE-4054-A112-B653B764FF75}"/>
                </a:ext>
              </a:extLst>
            </p:cNvPr>
            <p:cNvSpPr/>
            <p:nvPr/>
          </p:nvSpPr>
          <p:spPr>
            <a:xfrm flipV="1">
              <a:off x="6524920" y="5026301"/>
              <a:ext cx="1097349" cy="1220228"/>
            </a:xfrm>
            <a:custGeom>
              <a:avLst/>
              <a:gdLst>
                <a:gd name="connsiteX0" fmla="*/ 627 w 1097349"/>
                <a:gd name="connsiteY0" fmla="*/ 600 h 1220228"/>
                <a:gd name="connsiteX1" fmla="*/ 839100 w 1097349"/>
                <a:gd name="connsiteY1" fmla="*/ 600 h 1220228"/>
                <a:gd name="connsiteX2" fmla="*/ 1097976 w 1097349"/>
                <a:gd name="connsiteY2" fmla="*/ 259499 h 1220228"/>
                <a:gd name="connsiteX3" fmla="*/ 1097976 w 1097349"/>
                <a:gd name="connsiteY3" fmla="*/ 1220828 h 1220228"/>
                <a:gd name="connsiteX4" fmla="*/ 753153 w 1097349"/>
                <a:gd name="connsiteY4" fmla="*/ 1220828 h 1220228"/>
                <a:gd name="connsiteX5" fmla="*/ 753153 w 1097349"/>
                <a:gd name="connsiteY5" fmla="*/ 379592 h 1220228"/>
                <a:gd name="connsiteX6" fmla="*/ 679183 w 1097349"/>
                <a:gd name="connsiteY6" fmla="*/ 305622 h 1220228"/>
                <a:gd name="connsiteX7" fmla="*/ 345439 w 1097349"/>
                <a:gd name="connsiteY7" fmla="*/ 305622 h 1220228"/>
                <a:gd name="connsiteX8" fmla="*/ 345439 w 1097349"/>
                <a:gd name="connsiteY8" fmla="*/ 494088 h 1220228"/>
                <a:gd name="connsiteX9" fmla="*/ 345439 w 1097349"/>
                <a:gd name="connsiteY9" fmla="*/ 915783 h 1220228"/>
                <a:gd name="connsiteX10" fmla="*/ 345439 w 1097349"/>
                <a:gd name="connsiteY10" fmla="*/ 1220828 h 1220228"/>
                <a:gd name="connsiteX11" fmla="*/ 627 w 1097349"/>
                <a:gd name="connsiteY11" fmla="*/ 122082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E3FD10-B73B-4B85-960E-D21D350361BC}"/>
                </a:ext>
              </a:extLst>
            </p:cNvPr>
            <p:cNvSpPr/>
            <p:nvPr/>
          </p:nvSpPr>
          <p:spPr>
            <a:xfrm flipV="1">
              <a:off x="9064439" y="5026300"/>
              <a:ext cx="1097349" cy="1220228"/>
            </a:xfrm>
            <a:custGeom>
              <a:avLst/>
              <a:gdLst>
                <a:gd name="connsiteX0" fmla="*/ 1098366 w 1097349"/>
                <a:gd name="connsiteY0" fmla="*/ 1220934 h 1220228"/>
                <a:gd name="connsiteX1" fmla="*/ 259881 w 1097349"/>
                <a:gd name="connsiteY1" fmla="*/ 1220934 h 1220228"/>
                <a:gd name="connsiteX2" fmla="*/ 1016 w 1097349"/>
                <a:gd name="connsiteY2" fmla="*/ 962058 h 1220228"/>
                <a:gd name="connsiteX3" fmla="*/ 1016 w 1097349"/>
                <a:gd name="connsiteY3" fmla="*/ 259605 h 1220228"/>
                <a:gd name="connsiteX4" fmla="*/ 259881 w 1097349"/>
                <a:gd name="connsiteY4" fmla="*/ 706 h 1220228"/>
                <a:gd name="connsiteX5" fmla="*/ 1098366 w 1097349"/>
                <a:gd name="connsiteY5" fmla="*/ 706 h 1220228"/>
                <a:gd name="connsiteX6" fmla="*/ 1098366 w 1097349"/>
                <a:gd name="connsiteY6" fmla="*/ 712544 h 1220228"/>
                <a:gd name="connsiteX7" fmla="*/ 549679 w 1097349"/>
                <a:gd name="connsiteY7" fmla="*/ 712544 h 1220228"/>
                <a:gd name="connsiteX8" fmla="*/ 549679 w 1097349"/>
                <a:gd name="connsiteY8" fmla="*/ 509165 h 1220228"/>
                <a:gd name="connsiteX9" fmla="*/ 753542 w 1097349"/>
                <a:gd name="connsiteY9" fmla="*/ 509165 h 1220228"/>
                <a:gd name="connsiteX10" fmla="*/ 753542 w 1097349"/>
                <a:gd name="connsiteY10" fmla="*/ 305797 h 1220228"/>
                <a:gd name="connsiteX11" fmla="*/ 419809 w 1097349"/>
                <a:gd name="connsiteY11" fmla="*/ 305797 h 1220228"/>
                <a:gd name="connsiteX12" fmla="*/ 345840 w 1097349"/>
                <a:gd name="connsiteY12" fmla="*/ 379767 h 1220228"/>
                <a:gd name="connsiteX13" fmla="*/ 345840 w 1097349"/>
                <a:gd name="connsiteY13" fmla="*/ 841977 h 1220228"/>
                <a:gd name="connsiteX14" fmla="*/ 419809 w 1097349"/>
                <a:gd name="connsiteY14" fmla="*/ 915958 h 1220228"/>
                <a:gd name="connsiteX15" fmla="*/ 1098366 w 1097349"/>
                <a:gd name="connsiteY15" fmla="*/ 91595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349" h="1220228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A6FA3F5-6EA7-47FF-BA68-2EAB72755EAF}"/>
                </a:ext>
              </a:extLst>
            </p:cNvPr>
            <p:cNvSpPr/>
            <p:nvPr/>
          </p:nvSpPr>
          <p:spPr>
            <a:xfrm flipV="1">
              <a:off x="4111085" y="2210232"/>
              <a:ext cx="3965674" cy="2263162"/>
            </a:xfrm>
            <a:custGeom>
              <a:avLst/>
              <a:gdLst>
                <a:gd name="connsiteX0" fmla="*/ 1373225 w 3965674"/>
                <a:gd name="connsiteY0" fmla="*/ 2263648 h 2263162"/>
                <a:gd name="connsiteX1" fmla="*/ 1373225 w 3965674"/>
                <a:gd name="connsiteY1" fmla="*/ 2183563 h 2263162"/>
                <a:gd name="connsiteX2" fmla="*/ 1069274 w 3965674"/>
                <a:gd name="connsiteY2" fmla="*/ 1541975 h 2263162"/>
                <a:gd name="connsiteX3" fmla="*/ 1068399 w 3965674"/>
                <a:gd name="connsiteY3" fmla="*/ 1581902 h 2263162"/>
                <a:gd name="connsiteX4" fmla="*/ 1373225 w 3965674"/>
                <a:gd name="connsiteY4" fmla="*/ 2263648 h 2263162"/>
                <a:gd name="connsiteX5" fmla="*/ 3966183 w 3965674"/>
                <a:gd name="connsiteY5" fmla="*/ 1226933 h 2263162"/>
                <a:gd name="connsiteX6" fmla="*/ 3966183 w 3965674"/>
                <a:gd name="connsiteY6" fmla="*/ 1226898 h 2263162"/>
                <a:gd name="connsiteX7" fmla="*/ 3936885 w 3965674"/>
                <a:gd name="connsiteY7" fmla="*/ 1117527 h 2263162"/>
                <a:gd name="connsiteX8" fmla="*/ 2819728 w 3965674"/>
                <a:gd name="connsiteY8" fmla="*/ 485 h 2263162"/>
                <a:gd name="connsiteX9" fmla="*/ 1146963 w 3965674"/>
                <a:gd name="connsiteY9" fmla="*/ 485 h 2263162"/>
                <a:gd name="connsiteX10" fmla="*/ 29806 w 3965674"/>
                <a:gd name="connsiteY10" fmla="*/ 1117527 h 2263162"/>
                <a:gd name="connsiteX11" fmla="*/ 508 w 3965674"/>
                <a:gd name="connsiteY11" fmla="*/ 1226933 h 2263162"/>
                <a:gd name="connsiteX12" fmla="*/ 1169881 w 3965674"/>
                <a:gd name="connsiteY12" fmla="*/ 57664 h 2263162"/>
                <a:gd name="connsiteX13" fmla="*/ 2796822 w 3965674"/>
                <a:gd name="connsiteY13" fmla="*/ 57664 h 2263162"/>
                <a:gd name="connsiteX14" fmla="*/ 2897417 w 3965674"/>
                <a:gd name="connsiteY14" fmla="*/ 1541975 h 2263162"/>
                <a:gd name="connsiteX15" fmla="*/ 2593454 w 3965674"/>
                <a:gd name="connsiteY15" fmla="*/ 2183563 h 2263162"/>
                <a:gd name="connsiteX16" fmla="*/ 2593454 w 3965674"/>
                <a:gd name="connsiteY16" fmla="*/ 2263648 h 2263162"/>
                <a:gd name="connsiteX17" fmla="*/ 2898293 w 3965674"/>
                <a:gd name="connsiteY17" fmla="*/ 1581902 h 2263162"/>
                <a:gd name="connsiteX18" fmla="*/ 2897417 w 3965674"/>
                <a:gd name="connsiteY18" fmla="*/ 1541975 h 226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65674" h="2263162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4953B84-00A1-4375-8F2D-65E57763E92A}"/>
                </a:ext>
              </a:extLst>
            </p:cNvPr>
            <p:cNvSpPr/>
            <p:nvPr/>
          </p:nvSpPr>
          <p:spPr>
            <a:xfrm flipV="1">
              <a:off x="4111083" y="552177"/>
              <a:ext cx="3965674" cy="3864030"/>
            </a:xfrm>
            <a:custGeom>
              <a:avLst/>
              <a:gdLst>
                <a:gd name="connsiteX0" fmla="*/ 2288477 w 3965674"/>
                <a:gd name="connsiteY0" fmla="*/ 661666 h 3864030"/>
                <a:gd name="connsiteX1" fmla="*/ 2898372 w 3965674"/>
                <a:gd name="connsiteY1" fmla="*/ 1524415 h 3864030"/>
                <a:gd name="connsiteX2" fmla="*/ 2593534 w 3965674"/>
                <a:gd name="connsiteY2" fmla="*/ 2206150 h 3864030"/>
                <a:gd name="connsiteX3" fmla="*/ 2593534 w 3965674"/>
                <a:gd name="connsiteY3" fmla="*/ 2786287 h 3864030"/>
                <a:gd name="connsiteX4" fmla="*/ 3966262 w 3965674"/>
                <a:gd name="connsiteY4" fmla="*/ 1169435 h 3864030"/>
                <a:gd name="connsiteX5" fmla="*/ 2796901 w 3965674"/>
                <a:gd name="connsiteY5" fmla="*/ 177 h 3864030"/>
                <a:gd name="connsiteX6" fmla="*/ 1169960 w 3965674"/>
                <a:gd name="connsiteY6" fmla="*/ 177 h 3864030"/>
                <a:gd name="connsiteX7" fmla="*/ 588 w 3965674"/>
                <a:gd name="connsiteY7" fmla="*/ 1169435 h 3864030"/>
                <a:gd name="connsiteX8" fmla="*/ 1373305 w 3965674"/>
                <a:gd name="connsiteY8" fmla="*/ 2786287 h 3864030"/>
                <a:gd name="connsiteX9" fmla="*/ 1373305 w 3965674"/>
                <a:gd name="connsiteY9" fmla="*/ 2206150 h 3864030"/>
                <a:gd name="connsiteX10" fmla="*/ 1068478 w 3965674"/>
                <a:gd name="connsiteY10" fmla="*/ 1524415 h 3864030"/>
                <a:gd name="connsiteX11" fmla="*/ 1678362 w 3965674"/>
                <a:gd name="connsiteY11" fmla="*/ 661666 h 3864030"/>
                <a:gd name="connsiteX12" fmla="*/ 1678362 w 3965674"/>
                <a:gd name="connsiteY12" fmla="*/ 3145610 h 3864030"/>
                <a:gd name="connsiteX13" fmla="*/ 2288477 w 3965674"/>
                <a:gd name="connsiteY13" fmla="*/ 3864208 h 3864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65674" h="386403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0CA2D8-0EF1-478F-B6AF-5E70181FB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653" y="0"/>
            <a:ext cx="10051536" cy="781050"/>
          </a:xfrm>
        </p:spPr>
        <p:txBody>
          <a:bodyPr>
            <a:normAutofit/>
          </a:bodyPr>
          <a:lstStyle>
            <a:lvl1pPr algn="r"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77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Left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88A8E8D-DCF8-4B78-83B7-63184A19125A}"/>
              </a:ext>
            </a:extLst>
          </p:cNvPr>
          <p:cNvSpPr/>
          <p:nvPr userDrawn="1"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CA2D8-0EF1-478F-B6AF-5E70181FB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1229" y="40565"/>
            <a:ext cx="10515600" cy="731520"/>
          </a:xfr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B76DACC-2267-46C0-9ABE-FFFE3D7561D5}"/>
              </a:ext>
            </a:extLst>
          </p:cNvPr>
          <p:cNvGrpSpPr/>
          <p:nvPr userDrawn="1"/>
        </p:nvGrpSpPr>
        <p:grpSpPr>
          <a:xfrm>
            <a:off x="208320" y="124093"/>
            <a:ext cx="729092" cy="515389"/>
            <a:chOff x="2026073" y="552177"/>
            <a:chExt cx="8135718" cy="5751070"/>
          </a:xfrm>
          <a:effectLst>
            <a:outerShdw blurRad="63500" dist="38100" dir="5400000" algn="t" rotWithShape="0">
              <a:prstClr val="black">
                <a:alpha val="30000"/>
              </a:prstClr>
            </a:outerShdw>
          </a:effectLst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6EC53D-A0D9-4BA6-AAEB-59941D9D5272}"/>
                </a:ext>
              </a:extLst>
            </p:cNvPr>
            <p:cNvSpPr/>
            <p:nvPr/>
          </p:nvSpPr>
          <p:spPr>
            <a:xfrm flipV="1">
              <a:off x="9856992" y="4619545"/>
              <a:ext cx="304792" cy="304826"/>
            </a:xfrm>
            <a:custGeom>
              <a:avLst/>
              <a:gdLst>
                <a:gd name="connsiteX0" fmla="*/ 153399 w 304792"/>
                <a:gd name="connsiteY0" fmla="*/ 283590 h 304826"/>
                <a:gd name="connsiteX1" fmla="*/ 22781 w 304792"/>
                <a:gd name="connsiteY1" fmla="*/ 152960 h 304826"/>
                <a:gd name="connsiteX2" fmla="*/ 153399 w 304792"/>
                <a:gd name="connsiteY2" fmla="*/ 22364 h 304826"/>
                <a:gd name="connsiteX3" fmla="*/ 284006 w 304792"/>
                <a:gd name="connsiteY3" fmla="*/ 152960 h 304826"/>
                <a:gd name="connsiteX4" fmla="*/ 153399 w 304792"/>
                <a:gd name="connsiteY4" fmla="*/ 283590 h 304826"/>
                <a:gd name="connsiteX5" fmla="*/ 124850 w 304792"/>
                <a:gd name="connsiteY5" fmla="*/ 154918 h 304826"/>
                <a:gd name="connsiteX6" fmla="*/ 167104 w 304792"/>
                <a:gd name="connsiteY6" fmla="*/ 154918 h 304826"/>
                <a:gd name="connsiteX7" fmla="*/ 200962 w 304792"/>
                <a:gd name="connsiteY7" fmla="*/ 182373 h 304826"/>
                <a:gd name="connsiteX8" fmla="*/ 200962 w 304792"/>
                <a:gd name="connsiteY8" fmla="*/ 182868 h 304826"/>
                <a:gd name="connsiteX9" fmla="*/ 166885 w 304792"/>
                <a:gd name="connsiteY9" fmla="*/ 210104 h 304826"/>
                <a:gd name="connsiteX10" fmla="*/ 124850 w 304792"/>
                <a:gd name="connsiteY10" fmla="*/ 210104 h 304826"/>
                <a:gd name="connsiteX11" fmla="*/ 95933 w 304792"/>
                <a:gd name="connsiteY11" fmla="*/ 71988 h 304826"/>
                <a:gd name="connsiteX12" fmla="*/ 124850 w 304792"/>
                <a:gd name="connsiteY12" fmla="*/ 71988 h 304826"/>
                <a:gd name="connsiteX13" fmla="*/ 124850 w 304792"/>
                <a:gd name="connsiteY13" fmla="*/ 129305 h 304826"/>
                <a:gd name="connsiteX14" fmla="*/ 160989 w 304792"/>
                <a:gd name="connsiteY14" fmla="*/ 129305 h 304826"/>
                <a:gd name="connsiteX15" fmla="*/ 201411 w 304792"/>
                <a:gd name="connsiteY15" fmla="*/ 71988 h 304826"/>
                <a:gd name="connsiteX16" fmla="*/ 235476 w 304792"/>
                <a:gd name="connsiteY16" fmla="*/ 71988 h 304826"/>
                <a:gd name="connsiteX17" fmla="*/ 191069 w 304792"/>
                <a:gd name="connsiteY17" fmla="*/ 134246 h 304826"/>
                <a:gd name="connsiteX18" fmla="*/ 230317 w 304792"/>
                <a:gd name="connsiteY18" fmla="*/ 184031 h 304826"/>
                <a:gd name="connsiteX19" fmla="*/ 230317 w 304792"/>
                <a:gd name="connsiteY19" fmla="*/ 184492 h 304826"/>
                <a:gd name="connsiteX20" fmla="*/ 216670 w 304792"/>
                <a:gd name="connsiteY20" fmla="*/ 219974 h 304826"/>
                <a:gd name="connsiteX21" fmla="*/ 169223 w 304792"/>
                <a:gd name="connsiteY21" fmla="*/ 236396 h 304826"/>
                <a:gd name="connsiteX22" fmla="*/ 95933 w 304792"/>
                <a:gd name="connsiteY22" fmla="*/ 236396 h 304826"/>
                <a:gd name="connsiteX23" fmla="*/ 153399 w 304792"/>
                <a:gd name="connsiteY23" fmla="*/ 305391 h 304826"/>
                <a:gd name="connsiteX24" fmla="*/ 305807 w 304792"/>
                <a:gd name="connsiteY24" fmla="*/ 152960 h 304826"/>
                <a:gd name="connsiteX25" fmla="*/ 153399 w 304792"/>
                <a:gd name="connsiteY25" fmla="*/ 564 h 304826"/>
                <a:gd name="connsiteX26" fmla="*/ 1015 w 304792"/>
                <a:gd name="connsiteY26" fmla="*/ 152960 h 304826"/>
                <a:gd name="connsiteX27" fmla="*/ 153399 w 304792"/>
                <a:gd name="connsiteY27" fmla="*/ 305391 h 30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04792" h="304826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640A43E-C69D-472C-9D53-B05935D807E7}"/>
                </a:ext>
              </a:extLst>
            </p:cNvPr>
            <p:cNvSpPr/>
            <p:nvPr/>
          </p:nvSpPr>
          <p:spPr>
            <a:xfrm flipV="1">
              <a:off x="2026073" y="5331277"/>
              <a:ext cx="8135718" cy="971970"/>
            </a:xfrm>
            <a:custGeom>
              <a:avLst/>
              <a:gdLst>
                <a:gd name="connsiteX0" fmla="*/ 345061 w 8135718"/>
                <a:gd name="connsiteY0" fmla="*/ 915917 h 971970"/>
                <a:gd name="connsiteX1" fmla="*/ 678783 w 8135718"/>
                <a:gd name="connsiteY1" fmla="*/ 915917 h 971970"/>
                <a:gd name="connsiteX2" fmla="*/ 752741 w 8135718"/>
                <a:gd name="connsiteY2" fmla="*/ 841947 h 971970"/>
                <a:gd name="connsiteX3" fmla="*/ 752741 w 8135718"/>
                <a:gd name="connsiteY3" fmla="*/ 898700 h 971970"/>
                <a:gd name="connsiteX4" fmla="*/ 678783 w 8135718"/>
                <a:gd name="connsiteY4" fmla="*/ 972681 h 971970"/>
                <a:gd name="connsiteX5" fmla="*/ 345061 w 8135718"/>
                <a:gd name="connsiteY5" fmla="*/ 972681 h 971970"/>
                <a:gd name="connsiteX6" fmla="*/ 1097576 w 8135718"/>
                <a:gd name="connsiteY6" fmla="*/ 316340 h 971970"/>
                <a:gd name="connsiteX7" fmla="*/ 1097576 w 8135718"/>
                <a:gd name="connsiteY7" fmla="*/ 259599 h 971970"/>
                <a:gd name="connsiteX8" fmla="*/ 838687 w 8135718"/>
                <a:gd name="connsiteY8" fmla="*/ 711 h 971970"/>
                <a:gd name="connsiteX9" fmla="*/ 238 w 8135718"/>
                <a:gd name="connsiteY9" fmla="*/ 711 h 971970"/>
                <a:gd name="connsiteX10" fmla="*/ 238 w 8135718"/>
                <a:gd name="connsiteY10" fmla="*/ 57429 h 971970"/>
                <a:gd name="connsiteX11" fmla="*/ 838687 w 8135718"/>
                <a:gd name="connsiteY11" fmla="*/ 57429 h 971970"/>
                <a:gd name="connsiteX12" fmla="*/ 1097576 w 8135718"/>
                <a:gd name="connsiteY12" fmla="*/ 316340 h 971970"/>
                <a:gd name="connsiteX13" fmla="*/ 1614810 w 8135718"/>
                <a:gd name="connsiteY13" fmla="*/ 841947 h 971970"/>
                <a:gd name="connsiteX14" fmla="*/ 1688780 w 8135718"/>
                <a:gd name="connsiteY14" fmla="*/ 915917 h 971970"/>
                <a:gd name="connsiteX15" fmla="*/ 2022502 w 8135718"/>
                <a:gd name="connsiteY15" fmla="*/ 915917 h 971970"/>
                <a:gd name="connsiteX16" fmla="*/ 2022502 w 8135718"/>
                <a:gd name="connsiteY16" fmla="*/ 972681 h 971970"/>
                <a:gd name="connsiteX17" fmla="*/ 1688780 w 8135718"/>
                <a:gd name="connsiteY17" fmla="*/ 972681 h 971970"/>
                <a:gd name="connsiteX18" fmla="*/ 1614810 w 8135718"/>
                <a:gd name="connsiteY18" fmla="*/ 898700 h 971970"/>
                <a:gd name="connsiteX19" fmla="*/ 2022502 w 8135718"/>
                <a:gd name="connsiteY19" fmla="*/ 711 h 971970"/>
                <a:gd name="connsiteX20" fmla="*/ 2367325 w 8135718"/>
                <a:gd name="connsiteY20" fmla="*/ 711 h 971970"/>
                <a:gd name="connsiteX21" fmla="*/ 2367325 w 8135718"/>
                <a:gd name="connsiteY21" fmla="*/ 57429 h 971970"/>
                <a:gd name="connsiteX22" fmla="*/ 2022502 w 8135718"/>
                <a:gd name="connsiteY22" fmla="*/ 57429 h 971970"/>
                <a:gd name="connsiteX23" fmla="*/ 1614810 w 8135718"/>
                <a:gd name="connsiteY23" fmla="*/ 305768 h 971970"/>
                <a:gd name="connsiteX24" fmla="*/ 2022502 w 8135718"/>
                <a:gd name="connsiteY24" fmla="*/ 305768 h 971970"/>
                <a:gd name="connsiteX25" fmla="*/ 2022502 w 8135718"/>
                <a:gd name="connsiteY25" fmla="*/ 362532 h 971970"/>
                <a:gd name="connsiteX26" fmla="*/ 1614810 w 8135718"/>
                <a:gd name="connsiteY26" fmla="*/ 362532 h 971970"/>
                <a:gd name="connsiteX27" fmla="*/ 1269987 w 8135718"/>
                <a:gd name="connsiteY27" fmla="*/ 711 h 971970"/>
                <a:gd name="connsiteX28" fmla="*/ 1614799 w 8135718"/>
                <a:gd name="connsiteY28" fmla="*/ 711 h 971970"/>
                <a:gd name="connsiteX29" fmla="*/ 1614799 w 8135718"/>
                <a:gd name="connsiteY29" fmla="*/ 57429 h 971970"/>
                <a:gd name="connsiteX30" fmla="*/ 1269987 w 8135718"/>
                <a:gd name="connsiteY30" fmla="*/ 57429 h 971970"/>
                <a:gd name="connsiteX31" fmla="*/ 3574160 w 8135718"/>
                <a:gd name="connsiteY31" fmla="*/ 915917 h 971970"/>
                <a:gd name="connsiteX32" fmla="*/ 3907870 w 8135718"/>
                <a:gd name="connsiteY32" fmla="*/ 915917 h 971970"/>
                <a:gd name="connsiteX33" fmla="*/ 3981851 w 8135718"/>
                <a:gd name="connsiteY33" fmla="*/ 841947 h 971970"/>
                <a:gd name="connsiteX34" fmla="*/ 3981851 w 8135718"/>
                <a:gd name="connsiteY34" fmla="*/ 898700 h 971970"/>
                <a:gd name="connsiteX35" fmla="*/ 3907870 w 8135718"/>
                <a:gd name="connsiteY35" fmla="*/ 972681 h 971970"/>
                <a:gd name="connsiteX36" fmla="*/ 3574160 w 8135718"/>
                <a:gd name="connsiteY36" fmla="*/ 972681 h 971970"/>
                <a:gd name="connsiteX37" fmla="*/ 4326663 w 8135718"/>
                <a:gd name="connsiteY37" fmla="*/ 316340 h 971970"/>
                <a:gd name="connsiteX38" fmla="*/ 4326663 w 8135718"/>
                <a:gd name="connsiteY38" fmla="*/ 259599 h 971970"/>
                <a:gd name="connsiteX39" fmla="*/ 4067798 w 8135718"/>
                <a:gd name="connsiteY39" fmla="*/ 711 h 971970"/>
                <a:gd name="connsiteX40" fmla="*/ 3229325 w 8135718"/>
                <a:gd name="connsiteY40" fmla="*/ 711 h 971970"/>
                <a:gd name="connsiteX41" fmla="*/ 3229325 w 8135718"/>
                <a:gd name="connsiteY41" fmla="*/ 57429 h 971970"/>
                <a:gd name="connsiteX42" fmla="*/ 4067798 w 8135718"/>
                <a:gd name="connsiteY42" fmla="*/ 57429 h 971970"/>
                <a:gd name="connsiteX43" fmla="*/ 4326663 w 8135718"/>
                <a:gd name="connsiteY43" fmla="*/ 316340 h 971970"/>
                <a:gd name="connsiteX44" fmla="*/ 6113670 w 8135718"/>
                <a:gd name="connsiteY44" fmla="*/ 711 h 971970"/>
                <a:gd name="connsiteX45" fmla="*/ 5768847 w 8135718"/>
                <a:gd name="connsiteY45" fmla="*/ 711 h 971970"/>
                <a:gd name="connsiteX46" fmla="*/ 5768847 w 8135718"/>
                <a:gd name="connsiteY46" fmla="*/ 57429 h 971970"/>
                <a:gd name="connsiteX47" fmla="*/ 6113670 w 8135718"/>
                <a:gd name="connsiteY47" fmla="*/ 57429 h 971970"/>
                <a:gd name="connsiteX48" fmla="*/ 6521373 w 8135718"/>
                <a:gd name="connsiteY48" fmla="*/ 841947 h 971970"/>
                <a:gd name="connsiteX49" fmla="*/ 6447403 w 8135718"/>
                <a:gd name="connsiteY49" fmla="*/ 915917 h 971970"/>
                <a:gd name="connsiteX50" fmla="*/ 6113670 w 8135718"/>
                <a:gd name="connsiteY50" fmla="*/ 915917 h 971970"/>
                <a:gd name="connsiteX51" fmla="*/ 6113670 w 8135718"/>
                <a:gd name="connsiteY51" fmla="*/ 972681 h 971970"/>
                <a:gd name="connsiteX52" fmla="*/ 6447403 w 8135718"/>
                <a:gd name="connsiteY52" fmla="*/ 972681 h 971970"/>
                <a:gd name="connsiteX53" fmla="*/ 6521373 w 8135718"/>
                <a:gd name="connsiteY53" fmla="*/ 898700 h 971970"/>
                <a:gd name="connsiteX54" fmla="*/ 6866196 w 8135718"/>
                <a:gd name="connsiteY54" fmla="*/ 711 h 971970"/>
                <a:gd name="connsiteX55" fmla="*/ 6521373 w 8135718"/>
                <a:gd name="connsiteY55" fmla="*/ 711 h 971970"/>
                <a:gd name="connsiteX56" fmla="*/ 6521373 w 8135718"/>
                <a:gd name="connsiteY56" fmla="*/ 57429 h 971970"/>
                <a:gd name="connsiteX57" fmla="*/ 6866196 w 8135718"/>
                <a:gd name="connsiteY57" fmla="*/ 57429 h 971970"/>
                <a:gd name="connsiteX58" fmla="*/ 4499086 w 8135718"/>
                <a:gd name="connsiteY58" fmla="*/ 711 h 971970"/>
                <a:gd name="connsiteX59" fmla="*/ 5337559 w 8135718"/>
                <a:gd name="connsiteY59" fmla="*/ 711 h 971970"/>
                <a:gd name="connsiteX60" fmla="*/ 5596435 w 8135718"/>
                <a:gd name="connsiteY60" fmla="*/ 259599 h 971970"/>
                <a:gd name="connsiteX61" fmla="*/ 5596435 w 8135718"/>
                <a:gd name="connsiteY61" fmla="*/ 316340 h 971970"/>
                <a:gd name="connsiteX62" fmla="*/ 5337559 w 8135718"/>
                <a:gd name="connsiteY62" fmla="*/ 57429 h 971970"/>
                <a:gd name="connsiteX63" fmla="*/ 4499086 w 8135718"/>
                <a:gd name="connsiteY63" fmla="*/ 57429 h 971970"/>
                <a:gd name="connsiteX64" fmla="*/ 7383431 w 8135718"/>
                <a:gd name="connsiteY64" fmla="*/ 841947 h 971970"/>
                <a:gd name="connsiteX65" fmla="*/ 7457401 w 8135718"/>
                <a:gd name="connsiteY65" fmla="*/ 915917 h 971970"/>
                <a:gd name="connsiteX66" fmla="*/ 8135956 w 8135718"/>
                <a:gd name="connsiteY66" fmla="*/ 915917 h 971970"/>
                <a:gd name="connsiteX67" fmla="*/ 8135956 w 8135718"/>
                <a:gd name="connsiteY67" fmla="*/ 972681 h 971970"/>
                <a:gd name="connsiteX68" fmla="*/ 7457401 w 8135718"/>
                <a:gd name="connsiteY68" fmla="*/ 972681 h 971970"/>
                <a:gd name="connsiteX69" fmla="*/ 7383431 w 8135718"/>
                <a:gd name="connsiteY69" fmla="*/ 898700 h 971970"/>
                <a:gd name="connsiteX70" fmla="*/ 7587271 w 8135718"/>
                <a:gd name="connsiteY70" fmla="*/ 509170 h 971970"/>
                <a:gd name="connsiteX71" fmla="*/ 7791122 w 8135718"/>
                <a:gd name="connsiteY71" fmla="*/ 509170 h 971970"/>
                <a:gd name="connsiteX72" fmla="*/ 7791122 w 8135718"/>
                <a:gd name="connsiteY72" fmla="*/ 565900 h 971970"/>
                <a:gd name="connsiteX73" fmla="*/ 7587271 w 8135718"/>
                <a:gd name="connsiteY73" fmla="*/ 565900 h 971970"/>
                <a:gd name="connsiteX74" fmla="*/ 7038607 w 8135718"/>
                <a:gd name="connsiteY74" fmla="*/ 316340 h 971970"/>
                <a:gd name="connsiteX75" fmla="*/ 7038607 w 8135718"/>
                <a:gd name="connsiteY75" fmla="*/ 259599 h 971970"/>
                <a:gd name="connsiteX76" fmla="*/ 7297472 w 8135718"/>
                <a:gd name="connsiteY76" fmla="*/ 711 h 971970"/>
                <a:gd name="connsiteX77" fmla="*/ 8135956 w 8135718"/>
                <a:gd name="connsiteY77" fmla="*/ 711 h 971970"/>
                <a:gd name="connsiteX78" fmla="*/ 8135956 w 8135718"/>
                <a:gd name="connsiteY78" fmla="*/ 57429 h 971970"/>
                <a:gd name="connsiteX79" fmla="*/ 7297472 w 8135718"/>
                <a:gd name="connsiteY79" fmla="*/ 57429 h 971970"/>
                <a:gd name="connsiteX80" fmla="*/ 7038607 w 8135718"/>
                <a:gd name="connsiteY80" fmla="*/ 316340 h 971970"/>
                <a:gd name="connsiteX81" fmla="*/ 2884537 w 8135718"/>
                <a:gd name="connsiteY81" fmla="*/ 711 h 971970"/>
                <a:gd name="connsiteX82" fmla="*/ 2539748 w 8135718"/>
                <a:gd name="connsiteY82" fmla="*/ 711 h 971970"/>
                <a:gd name="connsiteX83" fmla="*/ 2539748 w 8135718"/>
                <a:gd name="connsiteY83" fmla="*/ 57429 h 971970"/>
                <a:gd name="connsiteX84" fmla="*/ 2884537 w 8135718"/>
                <a:gd name="connsiteY84" fmla="*/ 57429 h 97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8135718" h="97197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D1CF03D-D562-4EA4-8C15-51615B5BE233}"/>
                </a:ext>
              </a:extLst>
            </p:cNvPr>
            <p:cNvSpPr/>
            <p:nvPr/>
          </p:nvSpPr>
          <p:spPr>
            <a:xfrm flipV="1">
              <a:off x="4565577" y="5026712"/>
              <a:ext cx="344788" cy="1219814"/>
            </a:xfrm>
            <a:custGeom>
              <a:avLst/>
              <a:gdLst>
                <a:gd name="connsiteX0" fmla="*/ 101 w 344788"/>
                <a:gd name="connsiteY0" fmla="*/ 1220361 h 1219814"/>
                <a:gd name="connsiteX1" fmla="*/ 344890 w 344788"/>
                <a:gd name="connsiteY1" fmla="*/ 1220361 h 1219814"/>
                <a:gd name="connsiteX2" fmla="*/ 344890 w 344788"/>
                <a:gd name="connsiteY2" fmla="*/ 547 h 1219814"/>
                <a:gd name="connsiteX3" fmla="*/ 101 w 344788"/>
                <a:gd name="connsiteY3" fmla="*/ 547 h 1219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788" h="1219814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42D0B59-85F0-4936-8302-6E843EBE0C9E}"/>
                </a:ext>
              </a:extLst>
            </p:cNvPr>
            <p:cNvSpPr/>
            <p:nvPr/>
          </p:nvSpPr>
          <p:spPr>
            <a:xfrm flipV="1">
              <a:off x="2026073" y="5026304"/>
              <a:ext cx="1097337" cy="1220228"/>
            </a:xfrm>
            <a:custGeom>
              <a:avLst/>
              <a:gdLst>
                <a:gd name="connsiteX0" fmla="*/ 344959 w 1097337"/>
                <a:gd name="connsiteY0" fmla="*/ 915931 h 1220228"/>
                <a:gd name="connsiteX1" fmla="*/ 344959 w 1097337"/>
                <a:gd name="connsiteY1" fmla="*/ 305782 h 1220228"/>
                <a:gd name="connsiteX2" fmla="*/ 678681 w 1097337"/>
                <a:gd name="connsiteY2" fmla="*/ 305782 h 1220228"/>
                <a:gd name="connsiteX3" fmla="*/ 752639 w 1097337"/>
                <a:gd name="connsiteY3" fmla="*/ 379740 h 1220228"/>
                <a:gd name="connsiteX4" fmla="*/ 752639 w 1097337"/>
                <a:gd name="connsiteY4" fmla="*/ 841950 h 1220228"/>
                <a:gd name="connsiteX5" fmla="*/ 678681 w 1097337"/>
                <a:gd name="connsiteY5" fmla="*/ 915931 h 1220228"/>
                <a:gd name="connsiteX6" fmla="*/ 136 w 1097337"/>
                <a:gd name="connsiteY6" fmla="*/ 1220908 h 1220228"/>
                <a:gd name="connsiteX7" fmla="*/ 838586 w 1097337"/>
                <a:gd name="connsiteY7" fmla="*/ 1220908 h 1220228"/>
                <a:gd name="connsiteX8" fmla="*/ 1097474 w 1097337"/>
                <a:gd name="connsiteY8" fmla="*/ 962031 h 1220228"/>
                <a:gd name="connsiteX9" fmla="*/ 1097474 w 1097337"/>
                <a:gd name="connsiteY9" fmla="*/ 259590 h 1220228"/>
                <a:gd name="connsiteX10" fmla="*/ 838586 w 1097337"/>
                <a:gd name="connsiteY10" fmla="*/ 679 h 1220228"/>
                <a:gd name="connsiteX11" fmla="*/ 136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806FFD-7BEC-4044-912E-09C656424FD2}"/>
                </a:ext>
              </a:extLst>
            </p:cNvPr>
            <p:cNvSpPr/>
            <p:nvPr/>
          </p:nvSpPr>
          <p:spPr>
            <a:xfrm flipV="1">
              <a:off x="3295831" y="5026295"/>
              <a:ext cx="1097337" cy="1220228"/>
            </a:xfrm>
            <a:custGeom>
              <a:avLst/>
              <a:gdLst>
                <a:gd name="connsiteX0" fmla="*/ 345095 w 1097337"/>
                <a:gd name="connsiteY0" fmla="*/ 610802 h 1220228"/>
                <a:gd name="connsiteX1" fmla="*/ 345095 w 1097337"/>
                <a:gd name="connsiteY1" fmla="*/ 841912 h 1220228"/>
                <a:gd name="connsiteX2" fmla="*/ 419065 w 1097337"/>
                <a:gd name="connsiteY2" fmla="*/ 915893 h 1220228"/>
                <a:gd name="connsiteX3" fmla="*/ 752786 w 1097337"/>
                <a:gd name="connsiteY3" fmla="*/ 915893 h 1220228"/>
                <a:gd name="connsiteX4" fmla="*/ 752786 w 1097337"/>
                <a:gd name="connsiteY4" fmla="*/ 727393 h 1220228"/>
                <a:gd name="connsiteX5" fmla="*/ 752786 w 1097337"/>
                <a:gd name="connsiteY5" fmla="*/ 610802 h 1220228"/>
                <a:gd name="connsiteX6" fmla="*/ 1097621 w 1097337"/>
                <a:gd name="connsiteY6" fmla="*/ 1220881 h 1220228"/>
                <a:gd name="connsiteX7" fmla="*/ 259148 w 1097337"/>
                <a:gd name="connsiteY7" fmla="*/ 1220881 h 1220228"/>
                <a:gd name="connsiteX8" fmla="*/ 283 w 1097337"/>
                <a:gd name="connsiteY8" fmla="*/ 961993 h 1220228"/>
                <a:gd name="connsiteX9" fmla="*/ 283 w 1097337"/>
                <a:gd name="connsiteY9" fmla="*/ 653 h 1220228"/>
                <a:gd name="connsiteX10" fmla="*/ 345095 w 1097337"/>
                <a:gd name="connsiteY10" fmla="*/ 653 h 1220228"/>
                <a:gd name="connsiteX11" fmla="*/ 345095 w 1097337"/>
                <a:gd name="connsiteY11" fmla="*/ 305744 h 1220228"/>
                <a:gd name="connsiteX12" fmla="*/ 752786 w 1097337"/>
                <a:gd name="connsiteY12" fmla="*/ 305744 h 1220228"/>
                <a:gd name="connsiteX13" fmla="*/ 752786 w 1097337"/>
                <a:gd name="connsiteY13" fmla="*/ 653 h 1220228"/>
                <a:gd name="connsiteX14" fmla="*/ 1097621 w 1097337"/>
                <a:gd name="connsiteY14" fmla="*/ 653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337" h="1220228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6242A2F-0952-41CA-BDC0-7E815D4B140B}"/>
                </a:ext>
              </a:extLst>
            </p:cNvPr>
            <p:cNvSpPr/>
            <p:nvPr/>
          </p:nvSpPr>
          <p:spPr>
            <a:xfrm flipV="1">
              <a:off x="5255167" y="5026304"/>
              <a:ext cx="1097337" cy="1220228"/>
            </a:xfrm>
            <a:custGeom>
              <a:avLst/>
              <a:gdLst>
                <a:gd name="connsiteX0" fmla="*/ 345333 w 1097337"/>
                <a:gd name="connsiteY0" fmla="*/ 915931 h 1220228"/>
                <a:gd name="connsiteX1" fmla="*/ 345333 w 1097337"/>
                <a:gd name="connsiteY1" fmla="*/ 305782 h 1220228"/>
                <a:gd name="connsiteX2" fmla="*/ 679055 w 1097337"/>
                <a:gd name="connsiteY2" fmla="*/ 305782 h 1220228"/>
                <a:gd name="connsiteX3" fmla="*/ 753024 w 1097337"/>
                <a:gd name="connsiteY3" fmla="*/ 379740 h 1220228"/>
                <a:gd name="connsiteX4" fmla="*/ 753024 w 1097337"/>
                <a:gd name="connsiteY4" fmla="*/ 841950 h 1220228"/>
                <a:gd name="connsiteX5" fmla="*/ 679055 w 1097337"/>
                <a:gd name="connsiteY5" fmla="*/ 915931 h 1220228"/>
                <a:gd name="connsiteX6" fmla="*/ 510 w 1097337"/>
                <a:gd name="connsiteY6" fmla="*/ 1220908 h 1220228"/>
                <a:gd name="connsiteX7" fmla="*/ 838971 w 1097337"/>
                <a:gd name="connsiteY7" fmla="*/ 1220908 h 1220228"/>
                <a:gd name="connsiteX8" fmla="*/ 1097848 w 1097337"/>
                <a:gd name="connsiteY8" fmla="*/ 962031 h 1220228"/>
                <a:gd name="connsiteX9" fmla="*/ 1097848 w 1097337"/>
                <a:gd name="connsiteY9" fmla="*/ 259590 h 1220228"/>
                <a:gd name="connsiteX10" fmla="*/ 838971 w 1097337"/>
                <a:gd name="connsiteY10" fmla="*/ 679 h 1220228"/>
                <a:gd name="connsiteX11" fmla="*/ 510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0CAD26B-0307-405B-8B36-EFBB8E9DF881}"/>
                </a:ext>
              </a:extLst>
            </p:cNvPr>
            <p:cNvSpPr/>
            <p:nvPr/>
          </p:nvSpPr>
          <p:spPr>
            <a:xfrm flipV="1">
              <a:off x="7794679" y="5026300"/>
              <a:ext cx="1097349" cy="1220228"/>
            </a:xfrm>
            <a:custGeom>
              <a:avLst/>
              <a:gdLst>
                <a:gd name="connsiteX0" fmla="*/ 774 w 1097349"/>
                <a:gd name="connsiteY0" fmla="*/ 1220934 h 1220228"/>
                <a:gd name="connsiteX1" fmla="*/ 839247 w 1097349"/>
                <a:gd name="connsiteY1" fmla="*/ 1220934 h 1220228"/>
                <a:gd name="connsiteX2" fmla="*/ 1098123 w 1097349"/>
                <a:gd name="connsiteY2" fmla="*/ 962058 h 1220228"/>
                <a:gd name="connsiteX3" fmla="*/ 1098123 w 1097349"/>
                <a:gd name="connsiteY3" fmla="*/ 706 h 1220228"/>
                <a:gd name="connsiteX4" fmla="*/ 753300 w 1097349"/>
                <a:gd name="connsiteY4" fmla="*/ 706 h 1220228"/>
                <a:gd name="connsiteX5" fmla="*/ 753300 w 1097349"/>
                <a:gd name="connsiteY5" fmla="*/ 841977 h 1220228"/>
                <a:gd name="connsiteX6" fmla="*/ 679330 w 1097349"/>
                <a:gd name="connsiteY6" fmla="*/ 915958 h 1220228"/>
                <a:gd name="connsiteX7" fmla="*/ 345597 w 1097349"/>
                <a:gd name="connsiteY7" fmla="*/ 915958 h 1220228"/>
                <a:gd name="connsiteX8" fmla="*/ 345597 w 1097349"/>
                <a:gd name="connsiteY8" fmla="*/ 727446 h 1220228"/>
                <a:gd name="connsiteX9" fmla="*/ 345597 w 1097349"/>
                <a:gd name="connsiteY9" fmla="*/ 305797 h 1220228"/>
                <a:gd name="connsiteX10" fmla="*/ 345597 w 1097349"/>
                <a:gd name="connsiteY10" fmla="*/ 706 h 1220228"/>
                <a:gd name="connsiteX11" fmla="*/ 774 w 1097349"/>
                <a:gd name="connsiteY11" fmla="*/ 706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A03AE1A-7FED-4799-BD2F-37254C4B47D3}"/>
                </a:ext>
              </a:extLst>
            </p:cNvPr>
            <p:cNvSpPr/>
            <p:nvPr/>
          </p:nvSpPr>
          <p:spPr>
            <a:xfrm flipV="1">
              <a:off x="6524920" y="5026301"/>
              <a:ext cx="1097349" cy="1220228"/>
            </a:xfrm>
            <a:custGeom>
              <a:avLst/>
              <a:gdLst>
                <a:gd name="connsiteX0" fmla="*/ 627 w 1097349"/>
                <a:gd name="connsiteY0" fmla="*/ 600 h 1220228"/>
                <a:gd name="connsiteX1" fmla="*/ 839100 w 1097349"/>
                <a:gd name="connsiteY1" fmla="*/ 600 h 1220228"/>
                <a:gd name="connsiteX2" fmla="*/ 1097976 w 1097349"/>
                <a:gd name="connsiteY2" fmla="*/ 259499 h 1220228"/>
                <a:gd name="connsiteX3" fmla="*/ 1097976 w 1097349"/>
                <a:gd name="connsiteY3" fmla="*/ 1220828 h 1220228"/>
                <a:gd name="connsiteX4" fmla="*/ 753153 w 1097349"/>
                <a:gd name="connsiteY4" fmla="*/ 1220828 h 1220228"/>
                <a:gd name="connsiteX5" fmla="*/ 753153 w 1097349"/>
                <a:gd name="connsiteY5" fmla="*/ 379592 h 1220228"/>
                <a:gd name="connsiteX6" fmla="*/ 679183 w 1097349"/>
                <a:gd name="connsiteY6" fmla="*/ 305622 h 1220228"/>
                <a:gd name="connsiteX7" fmla="*/ 345439 w 1097349"/>
                <a:gd name="connsiteY7" fmla="*/ 305622 h 1220228"/>
                <a:gd name="connsiteX8" fmla="*/ 345439 w 1097349"/>
                <a:gd name="connsiteY8" fmla="*/ 494088 h 1220228"/>
                <a:gd name="connsiteX9" fmla="*/ 345439 w 1097349"/>
                <a:gd name="connsiteY9" fmla="*/ 915783 h 1220228"/>
                <a:gd name="connsiteX10" fmla="*/ 345439 w 1097349"/>
                <a:gd name="connsiteY10" fmla="*/ 1220828 h 1220228"/>
                <a:gd name="connsiteX11" fmla="*/ 627 w 1097349"/>
                <a:gd name="connsiteY11" fmla="*/ 122082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934A4F7-193E-4B6D-A386-7F3EBC35C4D0}"/>
                </a:ext>
              </a:extLst>
            </p:cNvPr>
            <p:cNvSpPr/>
            <p:nvPr/>
          </p:nvSpPr>
          <p:spPr>
            <a:xfrm flipV="1">
              <a:off x="9064439" y="5026300"/>
              <a:ext cx="1097349" cy="1220228"/>
            </a:xfrm>
            <a:custGeom>
              <a:avLst/>
              <a:gdLst>
                <a:gd name="connsiteX0" fmla="*/ 1098366 w 1097349"/>
                <a:gd name="connsiteY0" fmla="*/ 1220934 h 1220228"/>
                <a:gd name="connsiteX1" fmla="*/ 259881 w 1097349"/>
                <a:gd name="connsiteY1" fmla="*/ 1220934 h 1220228"/>
                <a:gd name="connsiteX2" fmla="*/ 1016 w 1097349"/>
                <a:gd name="connsiteY2" fmla="*/ 962058 h 1220228"/>
                <a:gd name="connsiteX3" fmla="*/ 1016 w 1097349"/>
                <a:gd name="connsiteY3" fmla="*/ 259605 h 1220228"/>
                <a:gd name="connsiteX4" fmla="*/ 259881 w 1097349"/>
                <a:gd name="connsiteY4" fmla="*/ 706 h 1220228"/>
                <a:gd name="connsiteX5" fmla="*/ 1098366 w 1097349"/>
                <a:gd name="connsiteY5" fmla="*/ 706 h 1220228"/>
                <a:gd name="connsiteX6" fmla="*/ 1098366 w 1097349"/>
                <a:gd name="connsiteY6" fmla="*/ 712544 h 1220228"/>
                <a:gd name="connsiteX7" fmla="*/ 549679 w 1097349"/>
                <a:gd name="connsiteY7" fmla="*/ 712544 h 1220228"/>
                <a:gd name="connsiteX8" fmla="*/ 549679 w 1097349"/>
                <a:gd name="connsiteY8" fmla="*/ 509165 h 1220228"/>
                <a:gd name="connsiteX9" fmla="*/ 753542 w 1097349"/>
                <a:gd name="connsiteY9" fmla="*/ 509165 h 1220228"/>
                <a:gd name="connsiteX10" fmla="*/ 753542 w 1097349"/>
                <a:gd name="connsiteY10" fmla="*/ 305797 h 1220228"/>
                <a:gd name="connsiteX11" fmla="*/ 419809 w 1097349"/>
                <a:gd name="connsiteY11" fmla="*/ 305797 h 1220228"/>
                <a:gd name="connsiteX12" fmla="*/ 345840 w 1097349"/>
                <a:gd name="connsiteY12" fmla="*/ 379767 h 1220228"/>
                <a:gd name="connsiteX13" fmla="*/ 345840 w 1097349"/>
                <a:gd name="connsiteY13" fmla="*/ 841977 h 1220228"/>
                <a:gd name="connsiteX14" fmla="*/ 419809 w 1097349"/>
                <a:gd name="connsiteY14" fmla="*/ 915958 h 1220228"/>
                <a:gd name="connsiteX15" fmla="*/ 1098366 w 1097349"/>
                <a:gd name="connsiteY15" fmla="*/ 91595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349" h="1220228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4C360B0-51E0-42E0-9F87-8BF35EF2FE50}"/>
                </a:ext>
              </a:extLst>
            </p:cNvPr>
            <p:cNvSpPr/>
            <p:nvPr/>
          </p:nvSpPr>
          <p:spPr>
            <a:xfrm flipV="1">
              <a:off x="4111085" y="2210232"/>
              <a:ext cx="3965674" cy="2263162"/>
            </a:xfrm>
            <a:custGeom>
              <a:avLst/>
              <a:gdLst>
                <a:gd name="connsiteX0" fmla="*/ 1373225 w 3965674"/>
                <a:gd name="connsiteY0" fmla="*/ 2263648 h 2263162"/>
                <a:gd name="connsiteX1" fmla="*/ 1373225 w 3965674"/>
                <a:gd name="connsiteY1" fmla="*/ 2183563 h 2263162"/>
                <a:gd name="connsiteX2" fmla="*/ 1069274 w 3965674"/>
                <a:gd name="connsiteY2" fmla="*/ 1541975 h 2263162"/>
                <a:gd name="connsiteX3" fmla="*/ 1068399 w 3965674"/>
                <a:gd name="connsiteY3" fmla="*/ 1581902 h 2263162"/>
                <a:gd name="connsiteX4" fmla="*/ 1373225 w 3965674"/>
                <a:gd name="connsiteY4" fmla="*/ 2263648 h 2263162"/>
                <a:gd name="connsiteX5" fmla="*/ 3966183 w 3965674"/>
                <a:gd name="connsiteY5" fmla="*/ 1226933 h 2263162"/>
                <a:gd name="connsiteX6" fmla="*/ 3966183 w 3965674"/>
                <a:gd name="connsiteY6" fmla="*/ 1226898 h 2263162"/>
                <a:gd name="connsiteX7" fmla="*/ 3936885 w 3965674"/>
                <a:gd name="connsiteY7" fmla="*/ 1117527 h 2263162"/>
                <a:gd name="connsiteX8" fmla="*/ 2819728 w 3965674"/>
                <a:gd name="connsiteY8" fmla="*/ 485 h 2263162"/>
                <a:gd name="connsiteX9" fmla="*/ 1146963 w 3965674"/>
                <a:gd name="connsiteY9" fmla="*/ 485 h 2263162"/>
                <a:gd name="connsiteX10" fmla="*/ 29806 w 3965674"/>
                <a:gd name="connsiteY10" fmla="*/ 1117527 h 2263162"/>
                <a:gd name="connsiteX11" fmla="*/ 508 w 3965674"/>
                <a:gd name="connsiteY11" fmla="*/ 1226933 h 2263162"/>
                <a:gd name="connsiteX12" fmla="*/ 1169881 w 3965674"/>
                <a:gd name="connsiteY12" fmla="*/ 57664 h 2263162"/>
                <a:gd name="connsiteX13" fmla="*/ 2796822 w 3965674"/>
                <a:gd name="connsiteY13" fmla="*/ 57664 h 2263162"/>
                <a:gd name="connsiteX14" fmla="*/ 2897417 w 3965674"/>
                <a:gd name="connsiteY14" fmla="*/ 1541975 h 2263162"/>
                <a:gd name="connsiteX15" fmla="*/ 2593454 w 3965674"/>
                <a:gd name="connsiteY15" fmla="*/ 2183563 h 2263162"/>
                <a:gd name="connsiteX16" fmla="*/ 2593454 w 3965674"/>
                <a:gd name="connsiteY16" fmla="*/ 2263648 h 2263162"/>
                <a:gd name="connsiteX17" fmla="*/ 2898293 w 3965674"/>
                <a:gd name="connsiteY17" fmla="*/ 1581902 h 2263162"/>
                <a:gd name="connsiteX18" fmla="*/ 2897417 w 3965674"/>
                <a:gd name="connsiteY18" fmla="*/ 1541975 h 226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65674" h="2263162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1D91750-4CA7-4D14-B357-E00ED404C6B6}"/>
                </a:ext>
              </a:extLst>
            </p:cNvPr>
            <p:cNvSpPr/>
            <p:nvPr/>
          </p:nvSpPr>
          <p:spPr>
            <a:xfrm flipV="1">
              <a:off x="4111083" y="552177"/>
              <a:ext cx="3965674" cy="3864030"/>
            </a:xfrm>
            <a:custGeom>
              <a:avLst/>
              <a:gdLst>
                <a:gd name="connsiteX0" fmla="*/ 2288477 w 3965674"/>
                <a:gd name="connsiteY0" fmla="*/ 661666 h 3864030"/>
                <a:gd name="connsiteX1" fmla="*/ 2898372 w 3965674"/>
                <a:gd name="connsiteY1" fmla="*/ 1524415 h 3864030"/>
                <a:gd name="connsiteX2" fmla="*/ 2593534 w 3965674"/>
                <a:gd name="connsiteY2" fmla="*/ 2206150 h 3864030"/>
                <a:gd name="connsiteX3" fmla="*/ 2593534 w 3965674"/>
                <a:gd name="connsiteY3" fmla="*/ 2786287 h 3864030"/>
                <a:gd name="connsiteX4" fmla="*/ 3966262 w 3965674"/>
                <a:gd name="connsiteY4" fmla="*/ 1169435 h 3864030"/>
                <a:gd name="connsiteX5" fmla="*/ 2796901 w 3965674"/>
                <a:gd name="connsiteY5" fmla="*/ 177 h 3864030"/>
                <a:gd name="connsiteX6" fmla="*/ 1169960 w 3965674"/>
                <a:gd name="connsiteY6" fmla="*/ 177 h 3864030"/>
                <a:gd name="connsiteX7" fmla="*/ 588 w 3965674"/>
                <a:gd name="connsiteY7" fmla="*/ 1169435 h 3864030"/>
                <a:gd name="connsiteX8" fmla="*/ 1373305 w 3965674"/>
                <a:gd name="connsiteY8" fmla="*/ 2786287 h 3864030"/>
                <a:gd name="connsiteX9" fmla="*/ 1373305 w 3965674"/>
                <a:gd name="connsiteY9" fmla="*/ 2206150 h 3864030"/>
                <a:gd name="connsiteX10" fmla="*/ 1068478 w 3965674"/>
                <a:gd name="connsiteY10" fmla="*/ 1524415 h 3864030"/>
                <a:gd name="connsiteX11" fmla="*/ 1678362 w 3965674"/>
                <a:gd name="connsiteY11" fmla="*/ 661666 h 3864030"/>
                <a:gd name="connsiteX12" fmla="*/ 1678362 w 3965674"/>
                <a:gd name="connsiteY12" fmla="*/ 3145610 h 3864030"/>
                <a:gd name="connsiteX13" fmla="*/ 2288477 w 3965674"/>
                <a:gd name="connsiteY13" fmla="*/ 3864208 h 3864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65674" h="386403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557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Right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1D31A0AA-B71D-4A8B-81EE-E1637C61553A}"/>
              </a:ext>
            </a:extLst>
          </p:cNvPr>
          <p:cNvSpPr/>
          <p:nvPr userDrawn="1"/>
        </p:nvSpPr>
        <p:spPr>
          <a:xfrm>
            <a:off x="1260389" y="-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E1E1FC5-7D7E-46B1-AD9D-3AF538F93883}"/>
              </a:ext>
            </a:extLst>
          </p:cNvPr>
          <p:cNvSpPr/>
          <p:nvPr userDrawn="1"/>
        </p:nvSpPr>
        <p:spPr>
          <a:xfrm>
            <a:off x="5602234" y="-1760376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EE59A07-0B4D-4D54-9838-D6BA7E5F8EED}"/>
              </a:ext>
            </a:extLst>
          </p:cNvPr>
          <p:cNvSpPr/>
          <p:nvPr userDrawn="1"/>
        </p:nvSpPr>
        <p:spPr>
          <a:xfrm>
            <a:off x="7863352" y="-31102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96C2721-5864-4C5D-A12D-BB73BA676DA5}"/>
              </a:ext>
            </a:extLst>
          </p:cNvPr>
          <p:cNvSpPr/>
          <p:nvPr userDrawn="1"/>
        </p:nvSpPr>
        <p:spPr>
          <a:xfrm>
            <a:off x="9683914" y="2578359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6ABAD0C5-A8AC-4F1E-B10C-68415E6454D0}"/>
              </a:ext>
            </a:extLst>
          </p:cNvPr>
          <p:cNvSpPr/>
          <p:nvPr userDrawn="1"/>
        </p:nvSpPr>
        <p:spPr>
          <a:xfrm>
            <a:off x="10469843" y="200179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D3A010F1-3DBA-4CF7-B1AD-DD29ADA5A651}"/>
              </a:ext>
            </a:extLst>
          </p:cNvPr>
          <p:cNvSpPr/>
          <p:nvPr userDrawn="1"/>
        </p:nvSpPr>
        <p:spPr>
          <a:xfrm>
            <a:off x="9711514" y="169077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3E2BD8A3-A52E-4537-BBFD-E36B429BA88D}"/>
              </a:ext>
            </a:extLst>
          </p:cNvPr>
          <p:cNvSpPr/>
          <p:nvPr userDrawn="1"/>
        </p:nvSpPr>
        <p:spPr>
          <a:xfrm>
            <a:off x="3875959" y="484169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081BB8B-6C05-4DE9-97C7-3BFD7D89485B}"/>
              </a:ext>
            </a:extLst>
          </p:cNvPr>
          <p:cNvSpPr/>
          <p:nvPr userDrawn="1"/>
        </p:nvSpPr>
        <p:spPr>
          <a:xfrm>
            <a:off x="-363025" y="4346135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FE9F753-128E-4A1D-B01A-66EE9053C8EA}"/>
              </a:ext>
            </a:extLst>
          </p:cNvPr>
          <p:cNvSpPr/>
          <p:nvPr userDrawn="1"/>
        </p:nvSpPr>
        <p:spPr>
          <a:xfrm>
            <a:off x="-4019927" y="-140640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bg1"/>
          </a:solidFill>
          <a:ln>
            <a:noFill/>
          </a:ln>
          <a:effectLst>
            <a:outerShdw blurRad="1270000" dist="508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0064DC25-7E68-4455-B7C8-A9CEC6DDAE5B}"/>
              </a:ext>
            </a:extLst>
          </p:cNvPr>
          <p:cNvSpPr/>
          <p:nvPr userDrawn="1"/>
        </p:nvSpPr>
        <p:spPr>
          <a:xfrm>
            <a:off x="2133402" y="-1013408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9989F11E-499E-4A05-ADB1-490BE05AB45B}"/>
              </a:ext>
            </a:extLst>
          </p:cNvPr>
          <p:cNvSpPr/>
          <p:nvPr userDrawn="1"/>
        </p:nvSpPr>
        <p:spPr>
          <a:xfrm>
            <a:off x="692944" y="5426037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A8E8D-DCF8-4B78-83B7-63184A19125A}"/>
              </a:ext>
            </a:extLst>
          </p:cNvPr>
          <p:cNvSpPr/>
          <p:nvPr userDrawn="1"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ADAD79-5C84-4E46-BCF3-0DC685C3844D}"/>
              </a:ext>
            </a:extLst>
          </p:cNvPr>
          <p:cNvGrpSpPr/>
          <p:nvPr userDrawn="1"/>
        </p:nvGrpSpPr>
        <p:grpSpPr>
          <a:xfrm>
            <a:off x="11223078" y="124093"/>
            <a:ext cx="729092" cy="515389"/>
            <a:chOff x="2026073" y="552177"/>
            <a:chExt cx="8135718" cy="5751070"/>
          </a:xfrm>
          <a:effectLst>
            <a:outerShdw blurRad="63500" dist="38100" dir="5400000" algn="t" rotWithShape="0">
              <a:prstClr val="black">
                <a:alpha val="30000"/>
              </a:prstClr>
            </a:outerShdw>
          </a:effectLst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DFE36DF-16F0-48E0-AF6C-2B54D12DECC2}"/>
                </a:ext>
              </a:extLst>
            </p:cNvPr>
            <p:cNvSpPr/>
            <p:nvPr/>
          </p:nvSpPr>
          <p:spPr>
            <a:xfrm flipV="1">
              <a:off x="9856992" y="4619545"/>
              <a:ext cx="304792" cy="304826"/>
            </a:xfrm>
            <a:custGeom>
              <a:avLst/>
              <a:gdLst>
                <a:gd name="connsiteX0" fmla="*/ 153399 w 304792"/>
                <a:gd name="connsiteY0" fmla="*/ 283590 h 304826"/>
                <a:gd name="connsiteX1" fmla="*/ 22781 w 304792"/>
                <a:gd name="connsiteY1" fmla="*/ 152960 h 304826"/>
                <a:gd name="connsiteX2" fmla="*/ 153399 w 304792"/>
                <a:gd name="connsiteY2" fmla="*/ 22364 h 304826"/>
                <a:gd name="connsiteX3" fmla="*/ 284006 w 304792"/>
                <a:gd name="connsiteY3" fmla="*/ 152960 h 304826"/>
                <a:gd name="connsiteX4" fmla="*/ 153399 w 304792"/>
                <a:gd name="connsiteY4" fmla="*/ 283590 h 304826"/>
                <a:gd name="connsiteX5" fmla="*/ 124850 w 304792"/>
                <a:gd name="connsiteY5" fmla="*/ 154918 h 304826"/>
                <a:gd name="connsiteX6" fmla="*/ 167104 w 304792"/>
                <a:gd name="connsiteY6" fmla="*/ 154918 h 304826"/>
                <a:gd name="connsiteX7" fmla="*/ 200962 w 304792"/>
                <a:gd name="connsiteY7" fmla="*/ 182373 h 304826"/>
                <a:gd name="connsiteX8" fmla="*/ 200962 w 304792"/>
                <a:gd name="connsiteY8" fmla="*/ 182868 h 304826"/>
                <a:gd name="connsiteX9" fmla="*/ 166885 w 304792"/>
                <a:gd name="connsiteY9" fmla="*/ 210104 h 304826"/>
                <a:gd name="connsiteX10" fmla="*/ 124850 w 304792"/>
                <a:gd name="connsiteY10" fmla="*/ 210104 h 304826"/>
                <a:gd name="connsiteX11" fmla="*/ 95933 w 304792"/>
                <a:gd name="connsiteY11" fmla="*/ 71988 h 304826"/>
                <a:gd name="connsiteX12" fmla="*/ 124850 w 304792"/>
                <a:gd name="connsiteY12" fmla="*/ 71988 h 304826"/>
                <a:gd name="connsiteX13" fmla="*/ 124850 w 304792"/>
                <a:gd name="connsiteY13" fmla="*/ 129305 h 304826"/>
                <a:gd name="connsiteX14" fmla="*/ 160989 w 304792"/>
                <a:gd name="connsiteY14" fmla="*/ 129305 h 304826"/>
                <a:gd name="connsiteX15" fmla="*/ 201411 w 304792"/>
                <a:gd name="connsiteY15" fmla="*/ 71988 h 304826"/>
                <a:gd name="connsiteX16" fmla="*/ 235476 w 304792"/>
                <a:gd name="connsiteY16" fmla="*/ 71988 h 304826"/>
                <a:gd name="connsiteX17" fmla="*/ 191069 w 304792"/>
                <a:gd name="connsiteY17" fmla="*/ 134246 h 304826"/>
                <a:gd name="connsiteX18" fmla="*/ 230317 w 304792"/>
                <a:gd name="connsiteY18" fmla="*/ 184031 h 304826"/>
                <a:gd name="connsiteX19" fmla="*/ 230317 w 304792"/>
                <a:gd name="connsiteY19" fmla="*/ 184492 h 304826"/>
                <a:gd name="connsiteX20" fmla="*/ 216670 w 304792"/>
                <a:gd name="connsiteY20" fmla="*/ 219974 h 304826"/>
                <a:gd name="connsiteX21" fmla="*/ 169223 w 304792"/>
                <a:gd name="connsiteY21" fmla="*/ 236396 h 304826"/>
                <a:gd name="connsiteX22" fmla="*/ 95933 w 304792"/>
                <a:gd name="connsiteY22" fmla="*/ 236396 h 304826"/>
                <a:gd name="connsiteX23" fmla="*/ 153399 w 304792"/>
                <a:gd name="connsiteY23" fmla="*/ 305391 h 304826"/>
                <a:gd name="connsiteX24" fmla="*/ 305807 w 304792"/>
                <a:gd name="connsiteY24" fmla="*/ 152960 h 304826"/>
                <a:gd name="connsiteX25" fmla="*/ 153399 w 304792"/>
                <a:gd name="connsiteY25" fmla="*/ 564 h 304826"/>
                <a:gd name="connsiteX26" fmla="*/ 1015 w 304792"/>
                <a:gd name="connsiteY26" fmla="*/ 152960 h 304826"/>
                <a:gd name="connsiteX27" fmla="*/ 153399 w 304792"/>
                <a:gd name="connsiteY27" fmla="*/ 305391 h 30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04792" h="304826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CEFAEED-26DB-49D2-8F4C-CFBE6AA0EB18}"/>
                </a:ext>
              </a:extLst>
            </p:cNvPr>
            <p:cNvSpPr/>
            <p:nvPr/>
          </p:nvSpPr>
          <p:spPr>
            <a:xfrm flipV="1">
              <a:off x="2026073" y="5331277"/>
              <a:ext cx="8135718" cy="971970"/>
            </a:xfrm>
            <a:custGeom>
              <a:avLst/>
              <a:gdLst>
                <a:gd name="connsiteX0" fmla="*/ 345061 w 8135718"/>
                <a:gd name="connsiteY0" fmla="*/ 915917 h 971970"/>
                <a:gd name="connsiteX1" fmla="*/ 678783 w 8135718"/>
                <a:gd name="connsiteY1" fmla="*/ 915917 h 971970"/>
                <a:gd name="connsiteX2" fmla="*/ 752741 w 8135718"/>
                <a:gd name="connsiteY2" fmla="*/ 841947 h 971970"/>
                <a:gd name="connsiteX3" fmla="*/ 752741 w 8135718"/>
                <a:gd name="connsiteY3" fmla="*/ 898700 h 971970"/>
                <a:gd name="connsiteX4" fmla="*/ 678783 w 8135718"/>
                <a:gd name="connsiteY4" fmla="*/ 972681 h 971970"/>
                <a:gd name="connsiteX5" fmla="*/ 345061 w 8135718"/>
                <a:gd name="connsiteY5" fmla="*/ 972681 h 971970"/>
                <a:gd name="connsiteX6" fmla="*/ 1097576 w 8135718"/>
                <a:gd name="connsiteY6" fmla="*/ 316340 h 971970"/>
                <a:gd name="connsiteX7" fmla="*/ 1097576 w 8135718"/>
                <a:gd name="connsiteY7" fmla="*/ 259599 h 971970"/>
                <a:gd name="connsiteX8" fmla="*/ 838687 w 8135718"/>
                <a:gd name="connsiteY8" fmla="*/ 711 h 971970"/>
                <a:gd name="connsiteX9" fmla="*/ 238 w 8135718"/>
                <a:gd name="connsiteY9" fmla="*/ 711 h 971970"/>
                <a:gd name="connsiteX10" fmla="*/ 238 w 8135718"/>
                <a:gd name="connsiteY10" fmla="*/ 57429 h 971970"/>
                <a:gd name="connsiteX11" fmla="*/ 838687 w 8135718"/>
                <a:gd name="connsiteY11" fmla="*/ 57429 h 971970"/>
                <a:gd name="connsiteX12" fmla="*/ 1097576 w 8135718"/>
                <a:gd name="connsiteY12" fmla="*/ 316340 h 971970"/>
                <a:gd name="connsiteX13" fmla="*/ 1614810 w 8135718"/>
                <a:gd name="connsiteY13" fmla="*/ 841947 h 971970"/>
                <a:gd name="connsiteX14" fmla="*/ 1688780 w 8135718"/>
                <a:gd name="connsiteY14" fmla="*/ 915917 h 971970"/>
                <a:gd name="connsiteX15" fmla="*/ 2022502 w 8135718"/>
                <a:gd name="connsiteY15" fmla="*/ 915917 h 971970"/>
                <a:gd name="connsiteX16" fmla="*/ 2022502 w 8135718"/>
                <a:gd name="connsiteY16" fmla="*/ 972681 h 971970"/>
                <a:gd name="connsiteX17" fmla="*/ 1688780 w 8135718"/>
                <a:gd name="connsiteY17" fmla="*/ 972681 h 971970"/>
                <a:gd name="connsiteX18" fmla="*/ 1614810 w 8135718"/>
                <a:gd name="connsiteY18" fmla="*/ 898700 h 971970"/>
                <a:gd name="connsiteX19" fmla="*/ 2022502 w 8135718"/>
                <a:gd name="connsiteY19" fmla="*/ 711 h 971970"/>
                <a:gd name="connsiteX20" fmla="*/ 2367325 w 8135718"/>
                <a:gd name="connsiteY20" fmla="*/ 711 h 971970"/>
                <a:gd name="connsiteX21" fmla="*/ 2367325 w 8135718"/>
                <a:gd name="connsiteY21" fmla="*/ 57429 h 971970"/>
                <a:gd name="connsiteX22" fmla="*/ 2022502 w 8135718"/>
                <a:gd name="connsiteY22" fmla="*/ 57429 h 971970"/>
                <a:gd name="connsiteX23" fmla="*/ 1614810 w 8135718"/>
                <a:gd name="connsiteY23" fmla="*/ 305768 h 971970"/>
                <a:gd name="connsiteX24" fmla="*/ 2022502 w 8135718"/>
                <a:gd name="connsiteY24" fmla="*/ 305768 h 971970"/>
                <a:gd name="connsiteX25" fmla="*/ 2022502 w 8135718"/>
                <a:gd name="connsiteY25" fmla="*/ 362532 h 971970"/>
                <a:gd name="connsiteX26" fmla="*/ 1614810 w 8135718"/>
                <a:gd name="connsiteY26" fmla="*/ 362532 h 971970"/>
                <a:gd name="connsiteX27" fmla="*/ 1269987 w 8135718"/>
                <a:gd name="connsiteY27" fmla="*/ 711 h 971970"/>
                <a:gd name="connsiteX28" fmla="*/ 1614799 w 8135718"/>
                <a:gd name="connsiteY28" fmla="*/ 711 h 971970"/>
                <a:gd name="connsiteX29" fmla="*/ 1614799 w 8135718"/>
                <a:gd name="connsiteY29" fmla="*/ 57429 h 971970"/>
                <a:gd name="connsiteX30" fmla="*/ 1269987 w 8135718"/>
                <a:gd name="connsiteY30" fmla="*/ 57429 h 971970"/>
                <a:gd name="connsiteX31" fmla="*/ 3574160 w 8135718"/>
                <a:gd name="connsiteY31" fmla="*/ 915917 h 971970"/>
                <a:gd name="connsiteX32" fmla="*/ 3907870 w 8135718"/>
                <a:gd name="connsiteY32" fmla="*/ 915917 h 971970"/>
                <a:gd name="connsiteX33" fmla="*/ 3981851 w 8135718"/>
                <a:gd name="connsiteY33" fmla="*/ 841947 h 971970"/>
                <a:gd name="connsiteX34" fmla="*/ 3981851 w 8135718"/>
                <a:gd name="connsiteY34" fmla="*/ 898700 h 971970"/>
                <a:gd name="connsiteX35" fmla="*/ 3907870 w 8135718"/>
                <a:gd name="connsiteY35" fmla="*/ 972681 h 971970"/>
                <a:gd name="connsiteX36" fmla="*/ 3574160 w 8135718"/>
                <a:gd name="connsiteY36" fmla="*/ 972681 h 971970"/>
                <a:gd name="connsiteX37" fmla="*/ 4326663 w 8135718"/>
                <a:gd name="connsiteY37" fmla="*/ 316340 h 971970"/>
                <a:gd name="connsiteX38" fmla="*/ 4326663 w 8135718"/>
                <a:gd name="connsiteY38" fmla="*/ 259599 h 971970"/>
                <a:gd name="connsiteX39" fmla="*/ 4067798 w 8135718"/>
                <a:gd name="connsiteY39" fmla="*/ 711 h 971970"/>
                <a:gd name="connsiteX40" fmla="*/ 3229325 w 8135718"/>
                <a:gd name="connsiteY40" fmla="*/ 711 h 971970"/>
                <a:gd name="connsiteX41" fmla="*/ 3229325 w 8135718"/>
                <a:gd name="connsiteY41" fmla="*/ 57429 h 971970"/>
                <a:gd name="connsiteX42" fmla="*/ 4067798 w 8135718"/>
                <a:gd name="connsiteY42" fmla="*/ 57429 h 971970"/>
                <a:gd name="connsiteX43" fmla="*/ 4326663 w 8135718"/>
                <a:gd name="connsiteY43" fmla="*/ 316340 h 971970"/>
                <a:gd name="connsiteX44" fmla="*/ 6113670 w 8135718"/>
                <a:gd name="connsiteY44" fmla="*/ 711 h 971970"/>
                <a:gd name="connsiteX45" fmla="*/ 5768847 w 8135718"/>
                <a:gd name="connsiteY45" fmla="*/ 711 h 971970"/>
                <a:gd name="connsiteX46" fmla="*/ 5768847 w 8135718"/>
                <a:gd name="connsiteY46" fmla="*/ 57429 h 971970"/>
                <a:gd name="connsiteX47" fmla="*/ 6113670 w 8135718"/>
                <a:gd name="connsiteY47" fmla="*/ 57429 h 971970"/>
                <a:gd name="connsiteX48" fmla="*/ 6521373 w 8135718"/>
                <a:gd name="connsiteY48" fmla="*/ 841947 h 971970"/>
                <a:gd name="connsiteX49" fmla="*/ 6447403 w 8135718"/>
                <a:gd name="connsiteY49" fmla="*/ 915917 h 971970"/>
                <a:gd name="connsiteX50" fmla="*/ 6113670 w 8135718"/>
                <a:gd name="connsiteY50" fmla="*/ 915917 h 971970"/>
                <a:gd name="connsiteX51" fmla="*/ 6113670 w 8135718"/>
                <a:gd name="connsiteY51" fmla="*/ 972681 h 971970"/>
                <a:gd name="connsiteX52" fmla="*/ 6447403 w 8135718"/>
                <a:gd name="connsiteY52" fmla="*/ 972681 h 971970"/>
                <a:gd name="connsiteX53" fmla="*/ 6521373 w 8135718"/>
                <a:gd name="connsiteY53" fmla="*/ 898700 h 971970"/>
                <a:gd name="connsiteX54" fmla="*/ 6866196 w 8135718"/>
                <a:gd name="connsiteY54" fmla="*/ 711 h 971970"/>
                <a:gd name="connsiteX55" fmla="*/ 6521373 w 8135718"/>
                <a:gd name="connsiteY55" fmla="*/ 711 h 971970"/>
                <a:gd name="connsiteX56" fmla="*/ 6521373 w 8135718"/>
                <a:gd name="connsiteY56" fmla="*/ 57429 h 971970"/>
                <a:gd name="connsiteX57" fmla="*/ 6866196 w 8135718"/>
                <a:gd name="connsiteY57" fmla="*/ 57429 h 971970"/>
                <a:gd name="connsiteX58" fmla="*/ 4499086 w 8135718"/>
                <a:gd name="connsiteY58" fmla="*/ 711 h 971970"/>
                <a:gd name="connsiteX59" fmla="*/ 5337559 w 8135718"/>
                <a:gd name="connsiteY59" fmla="*/ 711 h 971970"/>
                <a:gd name="connsiteX60" fmla="*/ 5596435 w 8135718"/>
                <a:gd name="connsiteY60" fmla="*/ 259599 h 971970"/>
                <a:gd name="connsiteX61" fmla="*/ 5596435 w 8135718"/>
                <a:gd name="connsiteY61" fmla="*/ 316340 h 971970"/>
                <a:gd name="connsiteX62" fmla="*/ 5337559 w 8135718"/>
                <a:gd name="connsiteY62" fmla="*/ 57429 h 971970"/>
                <a:gd name="connsiteX63" fmla="*/ 4499086 w 8135718"/>
                <a:gd name="connsiteY63" fmla="*/ 57429 h 971970"/>
                <a:gd name="connsiteX64" fmla="*/ 7383431 w 8135718"/>
                <a:gd name="connsiteY64" fmla="*/ 841947 h 971970"/>
                <a:gd name="connsiteX65" fmla="*/ 7457401 w 8135718"/>
                <a:gd name="connsiteY65" fmla="*/ 915917 h 971970"/>
                <a:gd name="connsiteX66" fmla="*/ 8135956 w 8135718"/>
                <a:gd name="connsiteY66" fmla="*/ 915917 h 971970"/>
                <a:gd name="connsiteX67" fmla="*/ 8135956 w 8135718"/>
                <a:gd name="connsiteY67" fmla="*/ 972681 h 971970"/>
                <a:gd name="connsiteX68" fmla="*/ 7457401 w 8135718"/>
                <a:gd name="connsiteY68" fmla="*/ 972681 h 971970"/>
                <a:gd name="connsiteX69" fmla="*/ 7383431 w 8135718"/>
                <a:gd name="connsiteY69" fmla="*/ 898700 h 971970"/>
                <a:gd name="connsiteX70" fmla="*/ 7587271 w 8135718"/>
                <a:gd name="connsiteY70" fmla="*/ 509170 h 971970"/>
                <a:gd name="connsiteX71" fmla="*/ 7791122 w 8135718"/>
                <a:gd name="connsiteY71" fmla="*/ 509170 h 971970"/>
                <a:gd name="connsiteX72" fmla="*/ 7791122 w 8135718"/>
                <a:gd name="connsiteY72" fmla="*/ 565900 h 971970"/>
                <a:gd name="connsiteX73" fmla="*/ 7587271 w 8135718"/>
                <a:gd name="connsiteY73" fmla="*/ 565900 h 971970"/>
                <a:gd name="connsiteX74" fmla="*/ 7038607 w 8135718"/>
                <a:gd name="connsiteY74" fmla="*/ 316340 h 971970"/>
                <a:gd name="connsiteX75" fmla="*/ 7038607 w 8135718"/>
                <a:gd name="connsiteY75" fmla="*/ 259599 h 971970"/>
                <a:gd name="connsiteX76" fmla="*/ 7297472 w 8135718"/>
                <a:gd name="connsiteY76" fmla="*/ 711 h 971970"/>
                <a:gd name="connsiteX77" fmla="*/ 8135956 w 8135718"/>
                <a:gd name="connsiteY77" fmla="*/ 711 h 971970"/>
                <a:gd name="connsiteX78" fmla="*/ 8135956 w 8135718"/>
                <a:gd name="connsiteY78" fmla="*/ 57429 h 971970"/>
                <a:gd name="connsiteX79" fmla="*/ 7297472 w 8135718"/>
                <a:gd name="connsiteY79" fmla="*/ 57429 h 971970"/>
                <a:gd name="connsiteX80" fmla="*/ 7038607 w 8135718"/>
                <a:gd name="connsiteY80" fmla="*/ 316340 h 971970"/>
                <a:gd name="connsiteX81" fmla="*/ 2884537 w 8135718"/>
                <a:gd name="connsiteY81" fmla="*/ 711 h 971970"/>
                <a:gd name="connsiteX82" fmla="*/ 2539748 w 8135718"/>
                <a:gd name="connsiteY82" fmla="*/ 711 h 971970"/>
                <a:gd name="connsiteX83" fmla="*/ 2539748 w 8135718"/>
                <a:gd name="connsiteY83" fmla="*/ 57429 h 971970"/>
                <a:gd name="connsiteX84" fmla="*/ 2884537 w 8135718"/>
                <a:gd name="connsiteY84" fmla="*/ 57429 h 97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8135718" h="97197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645DE4-CFEF-4BE3-A4B1-5F071B4F25C9}"/>
                </a:ext>
              </a:extLst>
            </p:cNvPr>
            <p:cNvSpPr/>
            <p:nvPr/>
          </p:nvSpPr>
          <p:spPr>
            <a:xfrm flipV="1">
              <a:off x="4565577" y="5026712"/>
              <a:ext cx="344788" cy="1219814"/>
            </a:xfrm>
            <a:custGeom>
              <a:avLst/>
              <a:gdLst>
                <a:gd name="connsiteX0" fmla="*/ 101 w 344788"/>
                <a:gd name="connsiteY0" fmla="*/ 1220361 h 1219814"/>
                <a:gd name="connsiteX1" fmla="*/ 344890 w 344788"/>
                <a:gd name="connsiteY1" fmla="*/ 1220361 h 1219814"/>
                <a:gd name="connsiteX2" fmla="*/ 344890 w 344788"/>
                <a:gd name="connsiteY2" fmla="*/ 547 h 1219814"/>
                <a:gd name="connsiteX3" fmla="*/ 101 w 344788"/>
                <a:gd name="connsiteY3" fmla="*/ 547 h 1219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788" h="1219814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80A34C3-9264-4FC1-8F9D-900A3EF4A1D4}"/>
                </a:ext>
              </a:extLst>
            </p:cNvPr>
            <p:cNvSpPr/>
            <p:nvPr/>
          </p:nvSpPr>
          <p:spPr>
            <a:xfrm flipV="1">
              <a:off x="2026073" y="5026304"/>
              <a:ext cx="1097337" cy="1220228"/>
            </a:xfrm>
            <a:custGeom>
              <a:avLst/>
              <a:gdLst>
                <a:gd name="connsiteX0" fmla="*/ 344959 w 1097337"/>
                <a:gd name="connsiteY0" fmla="*/ 915931 h 1220228"/>
                <a:gd name="connsiteX1" fmla="*/ 344959 w 1097337"/>
                <a:gd name="connsiteY1" fmla="*/ 305782 h 1220228"/>
                <a:gd name="connsiteX2" fmla="*/ 678681 w 1097337"/>
                <a:gd name="connsiteY2" fmla="*/ 305782 h 1220228"/>
                <a:gd name="connsiteX3" fmla="*/ 752639 w 1097337"/>
                <a:gd name="connsiteY3" fmla="*/ 379740 h 1220228"/>
                <a:gd name="connsiteX4" fmla="*/ 752639 w 1097337"/>
                <a:gd name="connsiteY4" fmla="*/ 841950 h 1220228"/>
                <a:gd name="connsiteX5" fmla="*/ 678681 w 1097337"/>
                <a:gd name="connsiteY5" fmla="*/ 915931 h 1220228"/>
                <a:gd name="connsiteX6" fmla="*/ 136 w 1097337"/>
                <a:gd name="connsiteY6" fmla="*/ 1220908 h 1220228"/>
                <a:gd name="connsiteX7" fmla="*/ 838586 w 1097337"/>
                <a:gd name="connsiteY7" fmla="*/ 1220908 h 1220228"/>
                <a:gd name="connsiteX8" fmla="*/ 1097474 w 1097337"/>
                <a:gd name="connsiteY8" fmla="*/ 962031 h 1220228"/>
                <a:gd name="connsiteX9" fmla="*/ 1097474 w 1097337"/>
                <a:gd name="connsiteY9" fmla="*/ 259590 h 1220228"/>
                <a:gd name="connsiteX10" fmla="*/ 838586 w 1097337"/>
                <a:gd name="connsiteY10" fmla="*/ 679 h 1220228"/>
                <a:gd name="connsiteX11" fmla="*/ 136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F43400-DDFC-418F-9CE2-7F54E3C94350}"/>
                </a:ext>
              </a:extLst>
            </p:cNvPr>
            <p:cNvSpPr/>
            <p:nvPr/>
          </p:nvSpPr>
          <p:spPr>
            <a:xfrm flipV="1">
              <a:off x="3295831" y="5026295"/>
              <a:ext cx="1097337" cy="1220228"/>
            </a:xfrm>
            <a:custGeom>
              <a:avLst/>
              <a:gdLst>
                <a:gd name="connsiteX0" fmla="*/ 345095 w 1097337"/>
                <a:gd name="connsiteY0" fmla="*/ 610802 h 1220228"/>
                <a:gd name="connsiteX1" fmla="*/ 345095 w 1097337"/>
                <a:gd name="connsiteY1" fmla="*/ 841912 h 1220228"/>
                <a:gd name="connsiteX2" fmla="*/ 419065 w 1097337"/>
                <a:gd name="connsiteY2" fmla="*/ 915893 h 1220228"/>
                <a:gd name="connsiteX3" fmla="*/ 752786 w 1097337"/>
                <a:gd name="connsiteY3" fmla="*/ 915893 h 1220228"/>
                <a:gd name="connsiteX4" fmla="*/ 752786 w 1097337"/>
                <a:gd name="connsiteY4" fmla="*/ 727393 h 1220228"/>
                <a:gd name="connsiteX5" fmla="*/ 752786 w 1097337"/>
                <a:gd name="connsiteY5" fmla="*/ 610802 h 1220228"/>
                <a:gd name="connsiteX6" fmla="*/ 1097621 w 1097337"/>
                <a:gd name="connsiteY6" fmla="*/ 1220881 h 1220228"/>
                <a:gd name="connsiteX7" fmla="*/ 259148 w 1097337"/>
                <a:gd name="connsiteY7" fmla="*/ 1220881 h 1220228"/>
                <a:gd name="connsiteX8" fmla="*/ 283 w 1097337"/>
                <a:gd name="connsiteY8" fmla="*/ 961993 h 1220228"/>
                <a:gd name="connsiteX9" fmla="*/ 283 w 1097337"/>
                <a:gd name="connsiteY9" fmla="*/ 653 h 1220228"/>
                <a:gd name="connsiteX10" fmla="*/ 345095 w 1097337"/>
                <a:gd name="connsiteY10" fmla="*/ 653 h 1220228"/>
                <a:gd name="connsiteX11" fmla="*/ 345095 w 1097337"/>
                <a:gd name="connsiteY11" fmla="*/ 305744 h 1220228"/>
                <a:gd name="connsiteX12" fmla="*/ 752786 w 1097337"/>
                <a:gd name="connsiteY12" fmla="*/ 305744 h 1220228"/>
                <a:gd name="connsiteX13" fmla="*/ 752786 w 1097337"/>
                <a:gd name="connsiteY13" fmla="*/ 653 h 1220228"/>
                <a:gd name="connsiteX14" fmla="*/ 1097621 w 1097337"/>
                <a:gd name="connsiteY14" fmla="*/ 653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7337" h="1220228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7AA875-83B6-4B1A-B680-58E3E3FDFEB7}"/>
                </a:ext>
              </a:extLst>
            </p:cNvPr>
            <p:cNvSpPr/>
            <p:nvPr/>
          </p:nvSpPr>
          <p:spPr>
            <a:xfrm flipV="1">
              <a:off x="5255167" y="5026304"/>
              <a:ext cx="1097337" cy="1220228"/>
            </a:xfrm>
            <a:custGeom>
              <a:avLst/>
              <a:gdLst>
                <a:gd name="connsiteX0" fmla="*/ 345333 w 1097337"/>
                <a:gd name="connsiteY0" fmla="*/ 915931 h 1220228"/>
                <a:gd name="connsiteX1" fmla="*/ 345333 w 1097337"/>
                <a:gd name="connsiteY1" fmla="*/ 305782 h 1220228"/>
                <a:gd name="connsiteX2" fmla="*/ 679055 w 1097337"/>
                <a:gd name="connsiteY2" fmla="*/ 305782 h 1220228"/>
                <a:gd name="connsiteX3" fmla="*/ 753024 w 1097337"/>
                <a:gd name="connsiteY3" fmla="*/ 379740 h 1220228"/>
                <a:gd name="connsiteX4" fmla="*/ 753024 w 1097337"/>
                <a:gd name="connsiteY4" fmla="*/ 841950 h 1220228"/>
                <a:gd name="connsiteX5" fmla="*/ 679055 w 1097337"/>
                <a:gd name="connsiteY5" fmla="*/ 915931 h 1220228"/>
                <a:gd name="connsiteX6" fmla="*/ 510 w 1097337"/>
                <a:gd name="connsiteY6" fmla="*/ 1220908 h 1220228"/>
                <a:gd name="connsiteX7" fmla="*/ 838971 w 1097337"/>
                <a:gd name="connsiteY7" fmla="*/ 1220908 h 1220228"/>
                <a:gd name="connsiteX8" fmla="*/ 1097848 w 1097337"/>
                <a:gd name="connsiteY8" fmla="*/ 962031 h 1220228"/>
                <a:gd name="connsiteX9" fmla="*/ 1097848 w 1097337"/>
                <a:gd name="connsiteY9" fmla="*/ 259590 h 1220228"/>
                <a:gd name="connsiteX10" fmla="*/ 838971 w 1097337"/>
                <a:gd name="connsiteY10" fmla="*/ 679 h 1220228"/>
                <a:gd name="connsiteX11" fmla="*/ 510 w 1097337"/>
                <a:gd name="connsiteY11" fmla="*/ 679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37" h="1220228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A16BC8-881A-45BA-BD54-4B64DA82CDE1}"/>
                </a:ext>
              </a:extLst>
            </p:cNvPr>
            <p:cNvSpPr/>
            <p:nvPr/>
          </p:nvSpPr>
          <p:spPr>
            <a:xfrm flipV="1">
              <a:off x="7794679" y="5026300"/>
              <a:ext cx="1097349" cy="1220228"/>
            </a:xfrm>
            <a:custGeom>
              <a:avLst/>
              <a:gdLst>
                <a:gd name="connsiteX0" fmla="*/ 774 w 1097349"/>
                <a:gd name="connsiteY0" fmla="*/ 1220934 h 1220228"/>
                <a:gd name="connsiteX1" fmla="*/ 839247 w 1097349"/>
                <a:gd name="connsiteY1" fmla="*/ 1220934 h 1220228"/>
                <a:gd name="connsiteX2" fmla="*/ 1098123 w 1097349"/>
                <a:gd name="connsiteY2" fmla="*/ 962058 h 1220228"/>
                <a:gd name="connsiteX3" fmla="*/ 1098123 w 1097349"/>
                <a:gd name="connsiteY3" fmla="*/ 706 h 1220228"/>
                <a:gd name="connsiteX4" fmla="*/ 753300 w 1097349"/>
                <a:gd name="connsiteY4" fmla="*/ 706 h 1220228"/>
                <a:gd name="connsiteX5" fmla="*/ 753300 w 1097349"/>
                <a:gd name="connsiteY5" fmla="*/ 841977 h 1220228"/>
                <a:gd name="connsiteX6" fmla="*/ 679330 w 1097349"/>
                <a:gd name="connsiteY6" fmla="*/ 915958 h 1220228"/>
                <a:gd name="connsiteX7" fmla="*/ 345597 w 1097349"/>
                <a:gd name="connsiteY7" fmla="*/ 915958 h 1220228"/>
                <a:gd name="connsiteX8" fmla="*/ 345597 w 1097349"/>
                <a:gd name="connsiteY8" fmla="*/ 727446 h 1220228"/>
                <a:gd name="connsiteX9" fmla="*/ 345597 w 1097349"/>
                <a:gd name="connsiteY9" fmla="*/ 305797 h 1220228"/>
                <a:gd name="connsiteX10" fmla="*/ 345597 w 1097349"/>
                <a:gd name="connsiteY10" fmla="*/ 706 h 1220228"/>
                <a:gd name="connsiteX11" fmla="*/ 774 w 1097349"/>
                <a:gd name="connsiteY11" fmla="*/ 706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02BDB3B-88FE-4054-A112-B653B764FF75}"/>
                </a:ext>
              </a:extLst>
            </p:cNvPr>
            <p:cNvSpPr/>
            <p:nvPr/>
          </p:nvSpPr>
          <p:spPr>
            <a:xfrm flipV="1">
              <a:off x="6524920" y="5026301"/>
              <a:ext cx="1097349" cy="1220228"/>
            </a:xfrm>
            <a:custGeom>
              <a:avLst/>
              <a:gdLst>
                <a:gd name="connsiteX0" fmla="*/ 627 w 1097349"/>
                <a:gd name="connsiteY0" fmla="*/ 600 h 1220228"/>
                <a:gd name="connsiteX1" fmla="*/ 839100 w 1097349"/>
                <a:gd name="connsiteY1" fmla="*/ 600 h 1220228"/>
                <a:gd name="connsiteX2" fmla="*/ 1097976 w 1097349"/>
                <a:gd name="connsiteY2" fmla="*/ 259499 h 1220228"/>
                <a:gd name="connsiteX3" fmla="*/ 1097976 w 1097349"/>
                <a:gd name="connsiteY3" fmla="*/ 1220828 h 1220228"/>
                <a:gd name="connsiteX4" fmla="*/ 753153 w 1097349"/>
                <a:gd name="connsiteY4" fmla="*/ 1220828 h 1220228"/>
                <a:gd name="connsiteX5" fmla="*/ 753153 w 1097349"/>
                <a:gd name="connsiteY5" fmla="*/ 379592 h 1220228"/>
                <a:gd name="connsiteX6" fmla="*/ 679183 w 1097349"/>
                <a:gd name="connsiteY6" fmla="*/ 305622 h 1220228"/>
                <a:gd name="connsiteX7" fmla="*/ 345439 w 1097349"/>
                <a:gd name="connsiteY7" fmla="*/ 305622 h 1220228"/>
                <a:gd name="connsiteX8" fmla="*/ 345439 w 1097349"/>
                <a:gd name="connsiteY8" fmla="*/ 494088 h 1220228"/>
                <a:gd name="connsiteX9" fmla="*/ 345439 w 1097349"/>
                <a:gd name="connsiteY9" fmla="*/ 915783 h 1220228"/>
                <a:gd name="connsiteX10" fmla="*/ 345439 w 1097349"/>
                <a:gd name="connsiteY10" fmla="*/ 1220828 h 1220228"/>
                <a:gd name="connsiteX11" fmla="*/ 627 w 1097349"/>
                <a:gd name="connsiteY11" fmla="*/ 122082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7349" h="1220228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E3FD10-B73B-4B85-960E-D21D350361BC}"/>
                </a:ext>
              </a:extLst>
            </p:cNvPr>
            <p:cNvSpPr/>
            <p:nvPr/>
          </p:nvSpPr>
          <p:spPr>
            <a:xfrm flipV="1">
              <a:off x="9064439" y="5026300"/>
              <a:ext cx="1097349" cy="1220228"/>
            </a:xfrm>
            <a:custGeom>
              <a:avLst/>
              <a:gdLst>
                <a:gd name="connsiteX0" fmla="*/ 1098366 w 1097349"/>
                <a:gd name="connsiteY0" fmla="*/ 1220934 h 1220228"/>
                <a:gd name="connsiteX1" fmla="*/ 259881 w 1097349"/>
                <a:gd name="connsiteY1" fmla="*/ 1220934 h 1220228"/>
                <a:gd name="connsiteX2" fmla="*/ 1016 w 1097349"/>
                <a:gd name="connsiteY2" fmla="*/ 962058 h 1220228"/>
                <a:gd name="connsiteX3" fmla="*/ 1016 w 1097349"/>
                <a:gd name="connsiteY3" fmla="*/ 259605 h 1220228"/>
                <a:gd name="connsiteX4" fmla="*/ 259881 w 1097349"/>
                <a:gd name="connsiteY4" fmla="*/ 706 h 1220228"/>
                <a:gd name="connsiteX5" fmla="*/ 1098366 w 1097349"/>
                <a:gd name="connsiteY5" fmla="*/ 706 h 1220228"/>
                <a:gd name="connsiteX6" fmla="*/ 1098366 w 1097349"/>
                <a:gd name="connsiteY6" fmla="*/ 712544 h 1220228"/>
                <a:gd name="connsiteX7" fmla="*/ 549679 w 1097349"/>
                <a:gd name="connsiteY7" fmla="*/ 712544 h 1220228"/>
                <a:gd name="connsiteX8" fmla="*/ 549679 w 1097349"/>
                <a:gd name="connsiteY8" fmla="*/ 509165 h 1220228"/>
                <a:gd name="connsiteX9" fmla="*/ 753542 w 1097349"/>
                <a:gd name="connsiteY9" fmla="*/ 509165 h 1220228"/>
                <a:gd name="connsiteX10" fmla="*/ 753542 w 1097349"/>
                <a:gd name="connsiteY10" fmla="*/ 305797 h 1220228"/>
                <a:gd name="connsiteX11" fmla="*/ 419809 w 1097349"/>
                <a:gd name="connsiteY11" fmla="*/ 305797 h 1220228"/>
                <a:gd name="connsiteX12" fmla="*/ 345840 w 1097349"/>
                <a:gd name="connsiteY12" fmla="*/ 379767 h 1220228"/>
                <a:gd name="connsiteX13" fmla="*/ 345840 w 1097349"/>
                <a:gd name="connsiteY13" fmla="*/ 841977 h 1220228"/>
                <a:gd name="connsiteX14" fmla="*/ 419809 w 1097349"/>
                <a:gd name="connsiteY14" fmla="*/ 915958 h 1220228"/>
                <a:gd name="connsiteX15" fmla="*/ 1098366 w 1097349"/>
                <a:gd name="connsiteY15" fmla="*/ 915958 h 122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7349" h="1220228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A6FA3F5-6EA7-47FF-BA68-2EAB72755EAF}"/>
                </a:ext>
              </a:extLst>
            </p:cNvPr>
            <p:cNvSpPr/>
            <p:nvPr/>
          </p:nvSpPr>
          <p:spPr>
            <a:xfrm flipV="1">
              <a:off x="4111085" y="2210232"/>
              <a:ext cx="3965674" cy="2263162"/>
            </a:xfrm>
            <a:custGeom>
              <a:avLst/>
              <a:gdLst>
                <a:gd name="connsiteX0" fmla="*/ 1373225 w 3965674"/>
                <a:gd name="connsiteY0" fmla="*/ 2263648 h 2263162"/>
                <a:gd name="connsiteX1" fmla="*/ 1373225 w 3965674"/>
                <a:gd name="connsiteY1" fmla="*/ 2183563 h 2263162"/>
                <a:gd name="connsiteX2" fmla="*/ 1069274 w 3965674"/>
                <a:gd name="connsiteY2" fmla="*/ 1541975 h 2263162"/>
                <a:gd name="connsiteX3" fmla="*/ 1068399 w 3965674"/>
                <a:gd name="connsiteY3" fmla="*/ 1581902 h 2263162"/>
                <a:gd name="connsiteX4" fmla="*/ 1373225 w 3965674"/>
                <a:gd name="connsiteY4" fmla="*/ 2263648 h 2263162"/>
                <a:gd name="connsiteX5" fmla="*/ 3966183 w 3965674"/>
                <a:gd name="connsiteY5" fmla="*/ 1226933 h 2263162"/>
                <a:gd name="connsiteX6" fmla="*/ 3966183 w 3965674"/>
                <a:gd name="connsiteY6" fmla="*/ 1226898 h 2263162"/>
                <a:gd name="connsiteX7" fmla="*/ 3936885 w 3965674"/>
                <a:gd name="connsiteY7" fmla="*/ 1117527 h 2263162"/>
                <a:gd name="connsiteX8" fmla="*/ 2819728 w 3965674"/>
                <a:gd name="connsiteY8" fmla="*/ 485 h 2263162"/>
                <a:gd name="connsiteX9" fmla="*/ 1146963 w 3965674"/>
                <a:gd name="connsiteY9" fmla="*/ 485 h 2263162"/>
                <a:gd name="connsiteX10" fmla="*/ 29806 w 3965674"/>
                <a:gd name="connsiteY10" fmla="*/ 1117527 h 2263162"/>
                <a:gd name="connsiteX11" fmla="*/ 508 w 3965674"/>
                <a:gd name="connsiteY11" fmla="*/ 1226933 h 2263162"/>
                <a:gd name="connsiteX12" fmla="*/ 1169881 w 3965674"/>
                <a:gd name="connsiteY12" fmla="*/ 57664 h 2263162"/>
                <a:gd name="connsiteX13" fmla="*/ 2796822 w 3965674"/>
                <a:gd name="connsiteY13" fmla="*/ 57664 h 2263162"/>
                <a:gd name="connsiteX14" fmla="*/ 2897417 w 3965674"/>
                <a:gd name="connsiteY14" fmla="*/ 1541975 h 2263162"/>
                <a:gd name="connsiteX15" fmla="*/ 2593454 w 3965674"/>
                <a:gd name="connsiteY15" fmla="*/ 2183563 h 2263162"/>
                <a:gd name="connsiteX16" fmla="*/ 2593454 w 3965674"/>
                <a:gd name="connsiteY16" fmla="*/ 2263648 h 2263162"/>
                <a:gd name="connsiteX17" fmla="*/ 2898293 w 3965674"/>
                <a:gd name="connsiteY17" fmla="*/ 1581902 h 2263162"/>
                <a:gd name="connsiteX18" fmla="*/ 2897417 w 3965674"/>
                <a:gd name="connsiteY18" fmla="*/ 1541975 h 226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65674" h="2263162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4953B84-00A1-4375-8F2D-65E57763E92A}"/>
                </a:ext>
              </a:extLst>
            </p:cNvPr>
            <p:cNvSpPr/>
            <p:nvPr/>
          </p:nvSpPr>
          <p:spPr>
            <a:xfrm flipV="1">
              <a:off x="4111083" y="552177"/>
              <a:ext cx="3965674" cy="3864030"/>
            </a:xfrm>
            <a:custGeom>
              <a:avLst/>
              <a:gdLst>
                <a:gd name="connsiteX0" fmla="*/ 2288477 w 3965674"/>
                <a:gd name="connsiteY0" fmla="*/ 661666 h 3864030"/>
                <a:gd name="connsiteX1" fmla="*/ 2898372 w 3965674"/>
                <a:gd name="connsiteY1" fmla="*/ 1524415 h 3864030"/>
                <a:gd name="connsiteX2" fmla="*/ 2593534 w 3965674"/>
                <a:gd name="connsiteY2" fmla="*/ 2206150 h 3864030"/>
                <a:gd name="connsiteX3" fmla="*/ 2593534 w 3965674"/>
                <a:gd name="connsiteY3" fmla="*/ 2786287 h 3864030"/>
                <a:gd name="connsiteX4" fmla="*/ 3966262 w 3965674"/>
                <a:gd name="connsiteY4" fmla="*/ 1169435 h 3864030"/>
                <a:gd name="connsiteX5" fmla="*/ 2796901 w 3965674"/>
                <a:gd name="connsiteY5" fmla="*/ 177 h 3864030"/>
                <a:gd name="connsiteX6" fmla="*/ 1169960 w 3965674"/>
                <a:gd name="connsiteY6" fmla="*/ 177 h 3864030"/>
                <a:gd name="connsiteX7" fmla="*/ 588 w 3965674"/>
                <a:gd name="connsiteY7" fmla="*/ 1169435 h 3864030"/>
                <a:gd name="connsiteX8" fmla="*/ 1373305 w 3965674"/>
                <a:gd name="connsiteY8" fmla="*/ 2786287 h 3864030"/>
                <a:gd name="connsiteX9" fmla="*/ 1373305 w 3965674"/>
                <a:gd name="connsiteY9" fmla="*/ 2206150 h 3864030"/>
                <a:gd name="connsiteX10" fmla="*/ 1068478 w 3965674"/>
                <a:gd name="connsiteY10" fmla="*/ 1524415 h 3864030"/>
                <a:gd name="connsiteX11" fmla="*/ 1678362 w 3965674"/>
                <a:gd name="connsiteY11" fmla="*/ 661666 h 3864030"/>
                <a:gd name="connsiteX12" fmla="*/ 1678362 w 3965674"/>
                <a:gd name="connsiteY12" fmla="*/ 3145610 h 3864030"/>
                <a:gd name="connsiteX13" fmla="*/ 2288477 w 3965674"/>
                <a:gd name="connsiteY13" fmla="*/ 3864208 h 3864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65674" h="386403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 w="11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0CA2D8-0EF1-478F-B6AF-5E70181FB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653" y="0"/>
            <a:ext cx="10051536" cy="781050"/>
          </a:xfrm>
        </p:spPr>
        <p:txBody>
          <a:bodyPr>
            <a:normAutofit/>
          </a:bodyPr>
          <a:lstStyle>
            <a:lvl1pPr algn="r"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656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4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Roboto" panose="02000000000000000000" pitchFamily="2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8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776545" y="1872070"/>
            <a:ext cx="3326678" cy="3326678"/>
          </a:xfrm>
          <a:prstGeom prst="diamond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Arial" panose="020B0604020202020204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37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4400" y="6629400"/>
            <a:ext cx="823403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349B42E-1F29-438C-A895-563216643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DC ">
  <p:cSld name="1_DDC 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>
            <a:spLocks noGrp="1"/>
          </p:cNvSpPr>
          <p:nvPr>
            <p:ph type="body" idx="1"/>
          </p:nvPr>
        </p:nvSpPr>
        <p:spPr>
          <a:xfrm>
            <a:off x="419451" y="1107348"/>
            <a:ext cx="11484528" cy="542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304815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3600"/>
              <a:buChar char="•"/>
              <a:defRPr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09630" lvl="1" indent="-266713" algn="l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2700"/>
              <a:buChar char="–"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19261" lvl="3" indent="-241312" algn="l"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2100"/>
              <a:buChar char="–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524076" lvl="4" indent="-241312" algn="l"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2100"/>
              <a:buChar char="»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828891" lvl="5" indent="-26671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1800"/>
            </a:lvl6pPr>
            <a:lvl7pPr marL="2133707" lvl="6" indent="-26671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1800"/>
            </a:lvl7pPr>
            <a:lvl8pPr marL="2438522" lvl="7" indent="-26671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1800"/>
            </a:lvl8pPr>
            <a:lvl9pPr marL="2743337" lvl="8" indent="-26671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1800"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1686188" y="191069"/>
            <a:ext cx="10091256" cy="55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EA1E23"/>
              </a:buClr>
              <a:buSzPts val="3600"/>
              <a:buFont typeface="Arial"/>
              <a:buNone/>
              <a:defRPr sz="2400" b="1">
                <a:solidFill>
                  <a:srgbClr val="EA1E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/>
          <p:nvPr/>
        </p:nvSpPr>
        <p:spPr>
          <a:xfrm rot="10800000" flipH="1">
            <a:off x="0" y="849132"/>
            <a:ext cx="12192000" cy="45719"/>
          </a:xfrm>
          <a:prstGeom prst="rect">
            <a:avLst/>
          </a:prstGeom>
          <a:solidFill>
            <a:srgbClr val="EA2227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2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93591"/>
            <a:ext cx="940910" cy="65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32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4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Roboto" panose="02000000000000000000" pitchFamily="2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99DB-197A-F5C5-BF75-E794D9548A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9898" y="136524"/>
            <a:ext cx="10194175" cy="575167"/>
          </a:xfrm>
        </p:spPr>
        <p:txBody>
          <a:bodyPr>
            <a:noAutofit/>
          </a:bodyPr>
          <a:lstStyle>
            <a:lvl1pPr algn="r">
              <a:defRPr sz="3200" b="1">
                <a:solidFill>
                  <a:srgbClr val="C00000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27206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DDC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451" y="1107347"/>
            <a:ext cx="11484528" cy="5421585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2F42A6-5276-4EFE-BB3A-92E0681CC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188" y="191068"/>
            <a:ext cx="10091256" cy="558987"/>
          </a:xfrm>
        </p:spPr>
        <p:txBody>
          <a:bodyPr>
            <a:normAutofit/>
          </a:bodyPr>
          <a:lstStyle>
            <a:lvl1pPr algn="r">
              <a:defRPr sz="2400" b="1">
                <a:solidFill>
                  <a:srgbClr val="EA1E2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864FCD-6851-4557-84D6-BDA197EC6CBC}"/>
              </a:ext>
            </a:extLst>
          </p:cNvPr>
          <p:cNvSpPr/>
          <p:nvPr userDrawn="1"/>
        </p:nvSpPr>
        <p:spPr>
          <a:xfrm flipV="1">
            <a:off x="0" y="849131"/>
            <a:ext cx="12192000" cy="45719"/>
          </a:xfrm>
          <a:prstGeom prst="rect">
            <a:avLst/>
          </a:prstGeom>
          <a:solidFill>
            <a:srgbClr val="EA2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ABAE8D3A-5403-4DB8-BD88-3A1131404E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93591"/>
            <a:ext cx="940910" cy="65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11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7916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DC ">
  <p:cSld name="DDC 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2D2">
              <a:alpha val="5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1686188" y="191068"/>
            <a:ext cx="10091256" cy="55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1E23"/>
              </a:buClr>
              <a:buSzPts val="2800"/>
              <a:buFont typeface="Arial"/>
              <a:buNone/>
              <a:defRPr sz="2800" b="1">
                <a:solidFill>
                  <a:srgbClr val="EA1E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/>
          <p:nvPr/>
        </p:nvSpPr>
        <p:spPr>
          <a:xfrm rot="10800000" flipH="1">
            <a:off x="0" y="849131"/>
            <a:ext cx="12192000" cy="45719"/>
          </a:xfrm>
          <a:prstGeom prst="rect">
            <a:avLst/>
          </a:prstGeom>
          <a:solidFill>
            <a:srgbClr val="EA22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2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93591"/>
            <a:ext cx="940910" cy="65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0020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1"/>
          </p:nvPr>
        </p:nvSpPr>
        <p:spPr>
          <a:xfrm>
            <a:off x="838200" y="3616325"/>
            <a:ext cx="10515600" cy="141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4514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Left">
  <p:cSld name="Header Lef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/>
          <p:nvPr/>
        </p:nvSpPr>
        <p:spPr>
          <a:xfrm>
            <a:off x="1260389" y="-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2"/>
          <p:cNvSpPr/>
          <p:nvPr/>
        </p:nvSpPr>
        <p:spPr>
          <a:xfrm>
            <a:off x="5602234" y="-1760376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2"/>
          <p:cNvSpPr/>
          <p:nvPr/>
        </p:nvSpPr>
        <p:spPr>
          <a:xfrm>
            <a:off x="7863352" y="-31102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2"/>
          <p:cNvSpPr/>
          <p:nvPr/>
        </p:nvSpPr>
        <p:spPr>
          <a:xfrm>
            <a:off x="9683914" y="2578359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2"/>
          <p:cNvSpPr/>
          <p:nvPr/>
        </p:nvSpPr>
        <p:spPr>
          <a:xfrm>
            <a:off x="10469843" y="200179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2"/>
          <p:cNvSpPr/>
          <p:nvPr/>
        </p:nvSpPr>
        <p:spPr>
          <a:xfrm>
            <a:off x="9711514" y="169077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2"/>
          <p:cNvSpPr/>
          <p:nvPr/>
        </p:nvSpPr>
        <p:spPr>
          <a:xfrm>
            <a:off x="3875959" y="484169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2"/>
          <p:cNvSpPr/>
          <p:nvPr/>
        </p:nvSpPr>
        <p:spPr>
          <a:xfrm>
            <a:off x="-363025" y="4346135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2"/>
          <p:cNvSpPr/>
          <p:nvPr/>
        </p:nvSpPr>
        <p:spPr>
          <a:xfrm>
            <a:off x="-4019927" y="-140640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/>
          <p:nvPr/>
        </p:nvSpPr>
        <p:spPr>
          <a:xfrm>
            <a:off x="2133402" y="-1013408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lt1"/>
          </a:solidFill>
          <a:ln>
            <a:noFill/>
          </a:ln>
          <a:effectLst>
            <a:outerShdw blurRad="190500" dist="508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2"/>
          <p:cNvSpPr/>
          <p:nvPr/>
        </p:nvSpPr>
        <p:spPr>
          <a:xfrm>
            <a:off x="692944" y="5426037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lt1"/>
          </a:solidFill>
          <a:ln>
            <a:noFill/>
          </a:ln>
          <a:effectLst>
            <a:outerShdw blurRad="190500" dist="508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/>
          <p:nvPr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2"/>
          <p:cNvSpPr/>
          <p:nvPr/>
        </p:nvSpPr>
        <p:spPr>
          <a:xfrm>
            <a:off x="0" y="6707981"/>
            <a:ext cx="12192000" cy="1500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1066653" y="0"/>
            <a:ext cx="10051536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" name="Google Shape;42;p22"/>
          <p:cNvGrpSpPr/>
          <p:nvPr/>
        </p:nvGrpSpPr>
        <p:grpSpPr>
          <a:xfrm>
            <a:off x="208320" y="124093"/>
            <a:ext cx="729092" cy="515389"/>
            <a:chOff x="2026073" y="552177"/>
            <a:chExt cx="8135718" cy="5751070"/>
          </a:xfrm>
        </p:grpSpPr>
        <p:sp>
          <p:nvSpPr>
            <p:cNvPr id="43" name="Google Shape;43;p22"/>
            <p:cNvSpPr/>
            <p:nvPr/>
          </p:nvSpPr>
          <p:spPr>
            <a:xfrm rot="10800000" flipH="1">
              <a:off x="9856992" y="4619545"/>
              <a:ext cx="304792" cy="304826"/>
            </a:xfrm>
            <a:custGeom>
              <a:avLst/>
              <a:gdLst/>
              <a:ahLst/>
              <a:cxnLst/>
              <a:rect l="l" t="t" r="r" b="b"/>
              <a:pathLst>
                <a:path w="304792" h="304826" extrusionOk="0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2"/>
            <p:cNvSpPr/>
            <p:nvPr/>
          </p:nvSpPr>
          <p:spPr>
            <a:xfrm rot="10800000" flipH="1">
              <a:off x="2026073" y="5331277"/>
              <a:ext cx="8135718" cy="971970"/>
            </a:xfrm>
            <a:custGeom>
              <a:avLst/>
              <a:gdLst/>
              <a:ahLst/>
              <a:cxnLst/>
              <a:rect l="l" t="t" r="r" b="b"/>
              <a:pathLst>
                <a:path w="8135718" h="971970" extrusionOk="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2"/>
            <p:cNvSpPr/>
            <p:nvPr/>
          </p:nvSpPr>
          <p:spPr>
            <a:xfrm rot="10800000" flipH="1">
              <a:off x="4565577" y="5026712"/>
              <a:ext cx="344788" cy="1219814"/>
            </a:xfrm>
            <a:custGeom>
              <a:avLst/>
              <a:gdLst/>
              <a:ahLst/>
              <a:cxnLst/>
              <a:rect l="l" t="t" r="r" b="b"/>
              <a:pathLst>
                <a:path w="344788" h="1219814" extrusionOk="0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2"/>
            <p:cNvSpPr/>
            <p:nvPr/>
          </p:nvSpPr>
          <p:spPr>
            <a:xfrm rot="10800000" flipH="1">
              <a:off x="2026073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2"/>
            <p:cNvSpPr/>
            <p:nvPr/>
          </p:nvSpPr>
          <p:spPr>
            <a:xfrm rot="10800000" flipH="1">
              <a:off x="3295831" y="5026295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2"/>
            <p:cNvSpPr/>
            <p:nvPr/>
          </p:nvSpPr>
          <p:spPr>
            <a:xfrm rot="10800000" flipH="1">
              <a:off x="5255167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2"/>
            <p:cNvSpPr/>
            <p:nvPr/>
          </p:nvSpPr>
          <p:spPr>
            <a:xfrm rot="10800000" flipH="1">
              <a:off x="779467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2"/>
            <p:cNvSpPr/>
            <p:nvPr/>
          </p:nvSpPr>
          <p:spPr>
            <a:xfrm rot="10800000" flipH="1">
              <a:off x="6524920" y="5026301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 rot="10800000" flipH="1">
              <a:off x="906443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2"/>
            <p:cNvSpPr/>
            <p:nvPr/>
          </p:nvSpPr>
          <p:spPr>
            <a:xfrm rot="10800000" flipH="1">
              <a:off x="4111085" y="2210232"/>
              <a:ext cx="3965674" cy="2263162"/>
            </a:xfrm>
            <a:custGeom>
              <a:avLst/>
              <a:gdLst/>
              <a:ahLst/>
              <a:cxnLst/>
              <a:rect l="l" t="t" r="r" b="b"/>
              <a:pathLst>
                <a:path w="3965674" h="2263162" extrusionOk="0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2"/>
            <p:cNvSpPr/>
            <p:nvPr/>
          </p:nvSpPr>
          <p:spPr>
            <a:xfrm rot="10800000" flipH="1">
              <a:off x="4111083" y="552177"/>
              <a:ext cx="3965674" cy="3864030"/>
            </a:xfrm>
            <a:custGeom>
              <a:avLst/>
              <a:gdLst/>
              <a:ahLst/>
              <a:cxnLst/>
              <a:rect l="l" t="t" r="r" b="b"/>
              <a:pathLst>
                <a:path w="3965674" h="3864030" extrusionOk="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156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Right">
  <p:cSld name="Header Rig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/>
          <p:nvPr/>
        </p:nvSpPr>
        <p:spPr>
          <a:xfrm>
            <a:off x="1260389" y="-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3"/>
          <p:cNvSpPr/>
          <p:nvPr/>
        </p:nvSpPr>
        <p:spPr>
          <a:xfrm>
            <a:off x="5602234" y="-1760376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3"/>
          <p:cNvSpPr/>
          <p:nvPr/>
        </p:nvSpPr>
        <p:spPr>
          <a:xfrm>
            <a:off x="7863352" y="-31102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3"/>
          <p:cNvSpPr/>
          <p:nvPr/>
        </p:nvSpPr>
        <p:spPr>
          <a:xfrm>
            <a:off x="9683914" y="2578359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3"/>
          <p:cNvSpPr/>
          <p:nvPr/>
        </p:nvSpPr>
        <p:spPr>
          <a:xfrm>
            <a:off x="10469843" y="200179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/>
          <p:nvPr/>
        </p:nvSpPr>
        <p:spPr>
          <a:xfrm>
            <a:off x="9711514" y="169077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3"/>
          <p:cNvSpPr/>
          <p:nvPr/>
        </p:nvSpPr>
        <p:spPr>
          <a:xfrm>
            <a:off x="3875959" y="484169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3"/>
          <p:cNvSpPr/>
          <p:nvPr/>
        </p:nvSpPr>
        <p:spPr>
          <a:xfrm>
            <a:off x="-363025" y="4346135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3"/>
          <p:cNvSpPr/>
          <p:nvPr/>
        </p:nvSpPr>
        <p:spPr>
          <a:xfrm>
            <a:off x="-4019927" y="-140640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3"/>
          <p:cNvSpPr/>
          <p:nvPr/>
        </p:nvSpPr>
        <p:spPr>
          <a:xfrm>
            <a:off x="2133402" y="-1013408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lt1"/>
          </a:solidFill>
          <a:ln>
            <a:noFill/>
          </a:ln>
          <a:effectLst>
            <a:outerShdw blurRad="190500" dist="508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3"/>
          <p:cNvSpPr/>
          <p:nvPr/>
        </p:nvSpPr>
        <p:spPr>
          <a:xfrm>
            <a:off x="692944" y="5426037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lt1"/>
          </a:solidFill>
          <a:ln>
            <a:noFill/>
          </a:ln>
          <a:effectLst>
            <a:outerShdw blurRad="190500" dist="508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3"/>
          <p:cNvSpPr/>
          <p:nvPr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3"/>
          <p:cNvSpPr/>
          <p:nvPr/>
        </p:nvSpPr>
        <p:spPr>
          <a:xfrm>
            <a:off x="0" y="6707981"/>
            <a:ext cx="12192000" cy="1500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23"/>
          <p:cNvGrpSpPr/>
          <p:nvPr/>
        </p:nvGrpSpPr>
        <p:grpSpPr>
          <a:xfrm>
            <a:off x="11223078" y="124093"/>
            <a:ext cx="729092" cy="515389"/>
            <a:chOff x="2026073" y="552177"/>
            <a:chExt cx="8135718" cy="5751070"/>
          </a:xfrm>
        </p:grpSpPr>
        <p:sp>
          <p:nvSpPr>
            <p:cNvPr id="69" name="Google Shape;69;p23"/>
            <p:cNvSpPr/>
            <p:nvPr/>
          </p:nvSpPr>
          <p:spPr>
            <a:xfrm rot="10800000" flipH="1">
              <a:off x="9856992" y="4619545"/>
              <a:ext cx="304792" cy="304826"/>
            </a:xfrm>
            <a:custGeom>
              <a:avLst/>
              <a:gdLst/>
              <a:ahLst/>
              <a:cxnLst/>
              <a:rect l="l" t="t" r="r" b="b"/>
              <a:pathLst>
                <a:path w="304792" h="304826" extrusionOk="0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3"/>
            <p:cNvSpPr/>
            <p:nvPr/>
          </p:nvSpPr>
          <p:spPr>
            <a:xfrm rot="10800000" flipH="1">
              <a:off x="2026073" y="5331277"/>
              <a:ext cx="8135718" cy="971970"/>
            </a:xfrm>
            <a:custGeom>
              <a:avLst/>
              <a:gdLst/>
              <a:ahLst/>
              <a:cxnLst/>
              <a:rect l="l" t="t" r="r" b="b"/>
              <a:pathLst>
                <a:path w="8135718" h="971970" extrusionOk="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 rot="10800000" flipH="1">
              <a:off x="4565577" y="5026712"/>
              <a:ext cx="344788" cy="1219814"/>
            </a:xfrm>
            <a:custGeom>
              <a:avLst/>
              <a:gdLst/>
              <a:ahLst/>
              <a:cxnLst/>
              <a:rect l="l" t="t" r="r" b="b"/>
              <a:pathLst>
                <a:path w="344788" h="1219814" extrusionOk="0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3"/>
            <p:cNvSpPr/>
            <p:nvPr/>
          </p:nvSpPr>
          <p:spPr>
            <a:xfrm rot="10800000" flipH="1">
              <a:off x="2026073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3"/>
            <p:cNvSpPr/>
            <p:nvPr/>
          </p:nvSpPr>
          <p:spPr>
            <a:xfrm rot="10800000" flipH="1">
              <a:off x="3295831" y="5026295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3"/>
            <p:cNvSpPr/>
            <p:nvPr/>
          </p:nvSpPr>
          <p:spPr>
            <a:xfrm rot="10800000" flipH="1">
              <a:off x="5255167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3"/>
            <p:cNvSpPr/>
            <p:nvPr/>
          </p:nvSpPr>
          <p:spPr>
            <a:xfrm rot="10800000" flipH="1">
              <a:off x="779467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3"/>
            <p:cNvSpPr/>
            <p:nvPr/>
          </p:nvSpPr>
          <p:spPr>
            <a:xfrm rot="10800000" flipH="1">
              <a:off x="6524920" y="5026301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3"/>
            <p:cNvSpPr/>
            <p:nvPr/>
          </p:nvSpPr>
          <p:spPr>
            <a:xfrm rot="10800000" flipH="1">
              <a:off x="906443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3"/>
            <p:cNvSpPr/>
            <p:nvPr/>
          </p:nvSpPr>
          <p:spPr>
            <a:xfrm rot="10800000" flipH="1">
              <a:off x="4111085" y="2210232"/>
              <a:ext cx="3965674" cy="2263162"/>
            </a:xfrm>
            <a:custGeom>
              <a:avLst/>
              <a:gdLst/>
              <a:ahLst/>
              <a:cxnLst/>
              <a:rect l="l" t="t" r="r" b="b"/>
              <a:pathLst>
                <a:path w="3965674" h="2263162" extrusionOk="0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3"/>
            <p:cNvSpPr/>
            <p:nvPr/>
          </p:nvSpPr>
          <p:spPr>
            <a:xfrm rot="10800000" flipH="1">
              <a:off x="4111083" y="552177"/>
              <a:ext cx="3965674" cy="3864030"/>
            </a:xfrm>
            <a:custGeom>
              <a:avLst/>
              <a:gdLst/>
              <a:ahLst/>
              <a:cxnLst/>
              <a:rect l="l" t="t" r="r" b="b"/>
              <a:pathLst>
                <a:path w="3965674" h="3864030" extrusionOk="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1066653" y="0"/>
            <a:ext cx="10051536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85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Left No Footer">
  <p:cSld name="Header Left No Foot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/>
          <p:nvPr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4"/>
          <p:cNvSpPr txBox="1">
            <a:spLocks noGrp="1"/>
          </p:cNvSpPr>
          <p:nvPr>
            <p:ph type="title"/>
          </p:nvPr>
        </p:nvSpPr>
        <p:spPr>
          <a:xfrm>
            <a:off x="1281229" y="40565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24"/>
          <p:cNvGrpSpPr/>
          <p:nvPr/>
        </p:nvGrpSpPr>
        <p:grpSpPr>
          <a:xfrm>
            <a:off x="208320" y="124093"/>
            <a:ext cx="729092" cy="515389"/>
            <a:chOff x="2026073" y="552177"/>
            <a:chExt cx="8135718" cy="5751070"/>
          </a:xfrm>
        </p:grpSpPr>
        <p:sp>
          <p:nvSpPr>
            <p:cNvPr id="85" name="Google Shape;85;p24"/>
            <p:cNvSpPr/>
            <p:nvPr/>
          </p:nvSpPr>
          <p:spPr>
            <a:xfrm rot="10800000" flipH="1">
              <a:off x="9856992" y="4619545"/>
              <a:ext cx="304792" cy="304826"/>
            </a:xfrm>
            <a:custGeom>
              <a:avLst/>
              <a:gdLst/>
              <a:ahLst/>
              <a:cxnLst/>
              <a:rect l="l" t="t" r="r" b="b"/>
              <a:pathLst>
                <a:path w="304792" h="304826" extrusionOk="0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4"/>
            <p:cNvSpPr/>
            <p:nvPr/>
          </p:nvSpPr>
          <p:spPr>
            <a:xfrm rot="10800000" flipH="1">
              <a:off x="2026073" y="5331277"/>
              <a:ext cx="8135718" cy="971970"/>
            </a:xfrm>
            <a:custGeom>
              <a:avLst/>
              <a:gdLst/>
              <a:ahLst/>
              <a:cxnLst/>
              <a:rect l="l" t="t" r="r" b="b"/>
              <a:pathLst>
                <a:path w="8135718" h="971970" extrusionOk="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4"/>
            <p:cNvSpPr/>
            <p:nvPr/>
          </p:nvSpPr>
          <p:spPr>
            <a:xfrm rot="10800000" flipH="1">
              <a:off x="4565577" y="5026712"/>
              <a:ext cx="344788" cy="1219814"/>
            </a:xfrm>
            <a:custGeom>
              <a:avLst/>
              <a:gdLst/>
              <a:ahLst/>
              <a:cxnLst/>
              <a:rect l="l" t="t" r="r" b="b"/>
              <a:pathLst>
                <a:path w="344788" h="1219814" extrusionOk="0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4"/>
            <p:cNvSpPr/>
            <p:nvPr/>
          </p:nvSpPr>
          <p:spPr>
            <a:xfrm rot="10800000" flipH="1">
              <a:off x="2026073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4"/>
            <p:cNvSpPr/>
            <p:nvPr/>
          </p:nvSpPr>
          <p:spPr>
            <a:xfrm rot="10800000" flipH="1">
              <a:off x="3295831" y="5026295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4"/>
            <p:cNvSpPr/>
            <p:nvPr/>
          </p:nvSpPr>
          <p:spPr>
            <a:xfrm rot="10800000" flipH="1">
              <a:off x="5255167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4"/>
            <p:cNvSpPr/>
            <p:nvPr/>
          </p:nvSpPr>
          <p:spPr>
            <a:xfrm rot="10800000" flipH="1">
              <a:off x="779467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4"/>
            <p:cNvSpPr/>
            <p:nvPr/>
          </p:nvSpPr>
          <p:spPr>
            <a:xfrm rot="10800000" flipH="1">
              <a:off x="6524920" y="5026301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4"/>
            <p:cNvSpPr/>
            <p:nvPr/>
          </p:nvSpPr>
          <p:spPr>
            <a:xfrm rot="10800000" flipH="1">
              <a:off x="906443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4"/>
            <p:cNvSpPr/>
            <p:nvPr/>
          </p:nvSpPr>
          <p:spPr>
            <a:xfrm rot="10800000" flipH="1">
              <a:off x="4111085" y="2210232"/>
              <a:ext cx="3965674" cy="2263162"/>
            </a:xfrm>
            <a:custGeom>
              <a:avLst/>
              <a:gdLst/>
              <a:ahLst/>
              <a:cxnLst/>
              <a:rect l="l" t="t" r="r" b="b"/>
              <a:pathLst>
                <a:path w="3965674" h="2263162" extrusionOk="0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4"/>
            <p:cNvSpPr/>
            <p:nvPr/>
          </p:nvSpPr>
          <p:spPr>
            <a:xfrm rot="10800000" flipH="1">
              <a:off x="4111083" y="552177"/>
              <a:ext cx="3965674" cy="3864030"/>
            </a:xfrm>
            <a:custGeom>
              <a:avLst/>
              <a:gdLst/>
              <a:ahLst/>
              <a:cxnLst/>
              <a:rect l="l" t="t" r="r" b="b"/>
              <a:pathLst>
                <a:path w="3965674" h="3864030" extrusionOk="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210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Right No Footer">
  <p:cSld name="Header Right No Foot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>
            <a:off x="1260389" y="-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5"/>
          <p:cNvSpPr/>
          <p:nvPr/>
        </p:nvSpPr>
        <p:spPr>
          <a:xfrm>
            <a:off x="5602234" y="-1760376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5"/>
          <p:cNvSpPr/>
          <p:nvPr/>
        </p:nvSpPr>
        <p:spPr>
          <a:xfrm>
            <a:off x="7863352" y="-311021"/>
            <a:ext cx="3641125" cy="2001795"/>
          </a:xfrm>
          <a:prstGeom prst="parallelogram">
            <a:avLst>
              <a:gd name="adj" fmla="val 62037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9683914" y="2578359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10469843" y="200179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9711514" y="1690774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3875959" y="484169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/>
          <p:nvPr/>
        </p:nvSpPr>
        <p:spPr>
          <a:xfrm>
            <a:off x="-363025" y="4346135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5"/>
          <p:cNvSpPr/>
          <p:nvPr/>
        </p:nvSpPr>
        <p:spPr>
          <a:xfrm>
            <a:off x="-4019927" y="-1406403"/>
            <a:ext cx="5367400" cy="4279641"/>
          </a:xfrm>
          <a:prstGeom prst="parallelogram">
            <a:avLst>
              <a:gd name="adj" fmla="val 66785"/>
            </a:avLst>
          </a:prstGeom>
          <a:solidFill>
            <a:schemeClr val="lt1"/>
          </a:solidFill>
          <a:ln>
            <a:noFill/>
          </a:ln>
          <a:effectLst>
            <a:outerShdw blurRad="1270000" dist="50800" dir="5400000" algn="t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5"/>
          <p:cNvSpPr/>
          <p:nvPr/>
        </p:nvSpPr>
        <p:spPr>
          <a:xfrm>
            <a:off x="2133402" y="-1013408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lt1"/>
          </a:solidFill>
          <a:ln>
            <a:noFill/>
          </a:ln>
          <a:effectLst>
            <a:outerShdw blurRad="190500" dist="508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5"/>
          <p:cNvSpPr/>
          <p:nvPr/>
        </p:nvSpPr>
        <p:spPr>
          <a:xfrm>
            <a:off x="692944" y="5426037"/>
            <a:ext cx="3021139" cy="4279641"/>
          </a:xfrm>
          <a:prstGeom prst="parallelogram">
            <a:avLst>
              <a:gd name="adj" fmla="val 97106"/>
            </a:avLst>
          </a:prstGeom>
          <a:solidFill>
            <a:schemeClr val="lt1"/>
          </a:solidFill>
          <a:ln>
            <a:noFill/>
          </a:ln>
          <a:effectLst>
            <a:outerShdw blurRad="190500" dist="50800" dir="5400000" algn="t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5"/>
          <p:cNvSpPr/>
          <p:nvPr/>
        </p:nvSpPr>
        <p:spPr>
          <a:xfrm>
            <a:off x="0" y="781050"/>
            <a:ext cx="12192000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25"/>
          <p:cNvGrpSpPr/>
          <p:nvPr/>
        </p:nvGrpSpPr>
        <p:grpSpPr>
          <a:xfrm>
            <a:off x="11223078" y="124093"/>
            <a:ext cx="729092" cy="515389"/>
            <a:chOff x="2026073" y="552177"/>
            <a:chExt cx="8135718" cy="5751070"/>
          </a:xfrm>
        </p:grpSpPr>
        <p:sp>
          <p:nvSpPr>
            <p:cNvPr id="110" name="Google Shape;110;p25"/>
            <p:cNvSpPr/>
            <p:nvPr/>
          </p:nvSpPr>
          <p:spPr>
            <a:xfrm rot="10800000" flipH="1">
              <a:off x="9856992" y="4619545"/>
              <a:ext cx="304792" cy="304826"/>
            </a:xfrm>
            <a:custGeom>
              <a:avLst/>
              <a:gdLst/>
              <a:ahLst/>
              <a:cxnLst/>
              <a:rect l="l" t="t" r="r" b="b"/>
              <a:pathLst>
                <a:path w="304792" h="304826" extrusionOk="0">
                  <a:moveTo>
                    <a:pt x="153399" y="283590"/>
                  </a:moveTo>
                  <a:cubicBezTo>
                    <a:pt x="81261" y="283590"/>
                    <a:pt x="22781" y="225110"/>
                    <a:pt x="22781" y="152960"/>
                  </a:cubicBezTo>
                  <a:cubicBezTo>
                    <a:pt x="22781" y="80844"/>
                    <a:pt x="81261" y="22364"/>
                    <a:pt x="153399" y="22364"/>
                  </a:cubicBezTo>
                  <a:cubicBezTo>
                    <a:pt x="225526" y="22364"/>
                    <a:pt x="284006" y="80844"/>
                    <a:pt x="284006" y="152960"/>
                  </a:cubicBezTo>
                  <a:cubicBezTo>
                    <a:pt x="284006" y="225110"/>
                    <a:pt x="225526" y="283590"/>
                    <a:pt x="153399" y="283590"/>
                  </a:cubicBezTo>
                  <a:moveTo>
                    <a:pt x="124850" y="154918"/>
                  </a:moveTo>
                  <a:lnTo>
                    <a:pt x="167104" y="154918"/>
                  </a:lnTo>
                  <a:cubicBezTo>
                    <a:pt x="187776" y="154918"/>
                    <a:pt x="200962" y="165720"/>
                    <a:pt x="200962" y="182373"/>
                  </a:cubicBezTo>
                  <a:lnTo>
                    <a:pt x="200962" y="182868"/>
                  </a:lnTo>
                  <a:cubicBezTo>
                    <a:pt x="200962" y="200465"/>
                    <a:pt x="188259" y="210104"/>
                    <a:pt x="166885" y="210104"/>
                  </a:cubicBezTo>
                  <a:lnTo>
                    <a:pt x="124850" y="210104"/>
                  </a:lnTo>
                  <a:close/>
                  <a:moveTo>
                    <a:pt x="95933" y="71988"/>
                  </a:moveTo>
                  <a:lnTo>
                    <a:pt x="124850" y="71988"/>
                  </a:lnTo>
                  <a:lnTo>
                    <a:pt x="124850" y="129305"/>
                  </a:lnTo>
                  <a:lnTo>
                    <a:pt x="160989" y="129305"/>
                  </a:lnTo>
                  <a:lnTo>
                    <a:pt x="201411" y="71988"/>
                  </a:lnTo>
                  <a:lnTo>
                    <a:pt x="235476" y="71988"/>
                  </a:lnTo>
                  <a:lnTo>
                    <a:pt x="191069" y="134246"/>
                  </a:lnTo>
                  <a:cubicBezTo>
                    <a:pt x="214102" y="140822"/>
                    <a:pt x="230317" y="157037"/>
                    <a:pt x="230317" y="184031"/>
                  </a:cubicBezTo>
                  <a:lnTo>
                    <a:pt x="230317" y="184492"/>
                  </a:lnTo>
                  <a:cubicBezTo>
                    <a:pt x="230317" y="198853"/>
                    <a:pt x="225365" y="211049"/>
                    <a:pt x="216670" y="219974"/>
                  </a:cubicBezTo>
                  <a:cubicBezTo>
                    <a:pt x="206098" y="230315"/>
                    <a:pt x="189883" y="236396"/>
                    <a:pt x="169223" y="236396"/>
                  </a:cubicBezTo>
                  <a:lnTo>
                    <a:pt x="95933" y="236396"/>
                  </a:lnTo>
                  <a:close/>
                  <a:moveTo>
                    <a:pt x="153399" y="305391"/>
                  </a:moveTo>
                  <a:cubicBezTo>
                    <a:pt x="237572" y="305391"/>
                    <a:pt x="305807" y="237156"/>
                    <a:pt x="305807" y="152960"/>
                  </a:cubicBezTo>
                  <a:cubicBezTo>
                    <a:pt x="305807" y="68810"/>
                    <a:pt x="237572" y="564"/>
                    <a:pt x="153399" y="564"/>
                  </a:cubicBezTo>
                  <a:cubicBezTo>
                    <a:pt x="69215" y="564"/>
                    <a:pt x="1015" y="68810"/>
                    <a:pt x="1015" y="152960"/>
                  </a:cubicBezTo>
                  <a:cubicBezTo>
                    <a:pt x="1015" y="237156"/>
                    <a:pt x="69215" y="305391"/>
                    <a:pt x="153399" y="305391"/>
                  </a:cubicBezTo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5"/>
            <p:cNvSpPr/>
            <p:nvPr/>
          </p:nvSpPr>
          <p:spPr>
            <a:xfrm rot="10800000" flipH="1">
              <a:off x="2026073" y="5331277"/>
              <a:ext cx="8135718" cy="971970"/>
            </a:xfrm>
            <a:custGeom>
              <a:avLst/>
              <a:gdLst/>
              <a:ahLst/>
              <a:cxnLst/>
              <a:rect l="l" t="t" r="r" b="b"/>
              <a:pathLst>
                <a:path w="8135718" h="971970" extrusionOk="0">
                  <a:moveTo>
                    <a:pt x="345061" y="915917"/>
                  </a:moveTo>
                  <a:lnTo>
                    <a:pt x="678783" y="915917"/>
                  </a:lnTo>
                  <a:cubicBezTo>
                    <a:pt x="719458" y="915917"/>
                    <a:pt x="752741" y="882623"/>
                    <a:pt x="752741" y="841947"/>
                  </a:cubicBezTo>
                  <a:lnTo>
                    <a:pt x="752741" y="898700"/>
                  </a:lnTo>
                  <a:cubicBezTo>
                    <a:pt x="752741" y="939341"/>
                    <a:pt x="719458" y="972681"/>
                    <a:pt x="678783" y="972681"/>
                  </a:cubicBezTo>
                  <a:lnTo>
                    <a:pt x="345061" y="972681"/>
                  </a:lnTo>
                  <a:close/>
                  <a:moveTo>
                    <a:pt x="1097576" y="316340"/>
                  </a:moveTo>
                  <a:lnTo>
                    <a:pt x="1097576" y="259599"/>
                  </a:lnTo>
                  <a:cubicBezTo>
                    <a:pt x="1097576" y="117210"/>
                    <a:pt x="981076" y="711"/>
                    <a:pt x="838687" y="711"/>
                  </a:cubicBezTo>
                  <a:lnTo>
                    <a:pt x="238" y="711"/>
                  </a:lnTo>
                  <a:lnTo>
                    <a:pt x="238" y="57429"/>
                  </a:lnTo>
                  <a:lnTo>
                    <a:pt x="838687" y="57429"/>
                  </a:lnTo>
                  <a:cubicBezTo>
                    <a:pt x="981076" y="57429"/>
                    <a:pt x="1097576" y="173929"/>
                    <a:pt x="1097576" y="316340"/>
                  </a:cubicBezTo>
                  <a:moveTo>
                    <a:pt x="1614810" y="841947"/>
                  </a:moveTo>
                  <a:cubicBezTo>
                    <a:pt x="1614810" y="882623"/>
                    <a:pt x="1648104" y="915917"/>
                    <a:pt x="1688780" y="915917"/>
                  </a:cubicBezTo>
                  <a:lnTo>
                    <a:pt x="2022502" y="915917"/>
                  </a:lnTo>
                  <a:lnTo>
                    <a:pt x="2022502" y="972681"/>
                  </a:lnTo>
                  <a:lnTo>
                    <a:pt x="1688780" y="972681"/>
                  </a:lnTo>
                  <a:cubicBezTo>
                    <a:pt x="1648104" y="972681"/>
                    <a:pt x="1614810" y="939341"/>
                    <a:pt x="1614810" y="898700"/>
                  </a:cubicBezTo>
                  <a:close/>
                  <a:moveTo>
                    <a:pt x="2022502" y="711"/>
                  </a:moveTo>
                  <a:lnTo>
                    <a:pt x="2367325" y="711"/>
                  </a:lnTo>
                  <a:lnTo>
                    <a:pt x="2367325" y="57429"/>
                  </a:lnTo>
                  <a:lnTo>
                    <a:pt x="2022502" y="57429"/>
                  </a:lnTo>
                  <a:close/>
                  <a:moveTo>
                    <a:pt x="1614810" y="305768"/>
                  </a:moveTo>
                  <a:lnTo>
                    <a:pt x="2022502" y="305768"/>
                  </a:lnTo>
                  <a:lnTo>
                    <a:pt x="2022502" y="362532"/>
                  </a:lnTo>
                  <a:lnTo>
                    <a:pt x="1614810" y="362532"/>
                  </a:lnTo>
                  <a:close/>
                  <a:moveTo>
                    <a:pt x="1269987" y="711"/>
                  </a:moveTo>
                  <a:lnTo>
                    <a:pt x="1614799" y="711"/>
                  </a:lnTo>
                  <a:lnTo>
                    <a:pt x="1614799" y="57429"/>
                  </a:lnTo>
                  <a:lnTo>
                    <a:pt x="1269987" y="57429"/>
                  </a:lnTo>
                  <a:close/>
                  <a:moveTo>
                    <a:pt x="3574160" y="915917"/>
                  </a:moveTo>
                  <a:lnTo>
                    <a:pt x="3907870" y="915917"/>
                  </a:lnTo>
                  <a:cubicBezTo>
                    <a:pt x="3948557" y="915917"/>
                    <a:pt x="3981851" y="882623"/>
                    <a:pt x="3981851" y="841947"/>
                  </a:cubicBezTo>
                  <a:lnTo>
                    <a:pt x="3981851" y="898700"/>
                  </a:lnTo>
                  <a:cubicBezTo>
                    <a:pt x="3981851" y="939341"/>
                    <a:pt x="3948557" y="972681"/>
                    <a:pt x="3907870" y="972681"/>
                  </a:cubicBezTo>
                  <a:lnTo>
                    <a:pt x="3574160" y="972681"/>
                  </a:lnTo>
                  <a:close/>
                  <a:moveTo>
                    <a:pt x="4326663" y="316340"/>
                  </a:moveTo>
                  <a:lnTo>
                    <a:pt x="4326663" y="259599"/>
                  </a:lnTo>
                  <a:cubicBezTo>
                    <a:pt x="4326663" y="117210"/>
                    <a:pt x="4210163" y="711"/>
                    <a:pt x="4067798" y="711"/>
                  </a:cubicBezTo>
                  <a:lnTo>
                    <a:pt x="3229325" y="711"/>
                  </a:lnTo>
                  <a:lnTo>
                    <a:pt x="3229325" y="57429"/>
                  </a:lnTo>
                  <a:lnTo>
                    <a:pt x="4067798" y="57429"/>
                  </a:lnTo>
                  <a:cubicBezTo>
                    <a:pt x="4210163" y="57429"/>
                    <a:pt x="4326663" y="173929"/>
                    <a:pt x="4326663" y="316340"/>
                  </a:cubicBezTo>
                  <a:moveTo>
                    <a:pt x="6113670" y="711"/>
                  </a:moveTo>
                  <a:lnTo>
                    <a:pt x="5768847" y="711"/>
                  </a:lnTo>
                  <a:lnTo>
                    <a:pt x="5768847" y="57429"/>
                  </a:lnTo>
                  <a:lnTo>
                    <a:pt x="6113670" y="57429"/>
                  </a:lnTo>
                  <a:close/>
                  <a:moveTo>
                    <a:pt x="6521373" y="841947"/>
                  </a:moveTo>
                  <a:cubicBezTo>
                    <a:pt x="6521373" y="882623"/>
                    <a:pt x="6488079" y="915917"/>
                    <a:pt x="6447403" y="915917"/>
                  </a:cubicBezTo>
                  <a:lnTo>
                    <a:pt x="6113670" y="915917"/>
                  </a:lnTo>
                  <a:lnTo>
                    <a:pt x="6113670" y="972681"/>
                  </a:lnTo>
                  <a:lnTo>
                    <a:pt x="6447403" y="972681"/>
                  </a:lnTo>
                  <a:cubicBezTo>
                    <a:pt x="6488079" y="972681"/>
                    <a:pt x="6521373" y="939341"/>
                    <a:pt x="6521373" y="898700"/>
                  </a:cubicBezTo>
                  <a:close/>
                  <a:moveTo>
                    <a:pt x="6866196" y="711"/>
                  </a:moveTo>
                  <a:lnTo>
                    <a:pt x="6521373" y="711"/>
                  </a:lnTo>
                  <a:lnTo>
                    <a:pt x="6521373" y="57429"/>
                  </a:lnTo>
                  <a:lnTo>
                    <a:pt x="6866196" y="57429"/>
                  </a:lnTo>
                  <a:close/>
                  <a:moveTo>
                    <a:pt x="4499086" y="711"/>
                  </a:moveTo>
                  <a:lnTo>
                    <a:pt x="5337559" y="711"/>
                  </a:lnTo>
                  <a:cubicBezTo>
                    <a:pt x="5479936" y="711"/>
                    <a:pt x="5596435" y="117210"/>
                    <a:pt x="5596435" y="259599"/>
                  </a:cubicBezTo>
                  <a:lnTo>
                    <a:pt x="5596435" y="316340"/>
                  </a:lnTo>
                  <a:cubicBezTo>
                    <a:pt x="5596435" y="173929"/>
                    <a:pt x="5479936" y="57429"/>
                    <a:pt x="5337559" y="57429"/>
                  </a:cubicBezTo>
                  <a:lnTo>
                    <a:pt x="4499086" y="57429"/>
                  </a:lnTo>
                  <a:close/>
                  <a:moveTo>
                    <a:pt x="7383431" y="841947"/>
                  </a:moveTo>
                  <a:cubicBezTo>
                    <a:pt x="7383431" y="882623"/>
                    <a:pt x="7416724" y="915917"/>
                    <a:pt x="7457401" y="915917"/>
                  </a:cubicBezTo>
                  <a:lnTo>
                    <a:pt x="8135956" y="915917"/>
                  </a:lnTo>
                  <a:lnTo>
                    <a:pt x="8135956" y="972681"/>
                  </a:lnTo>
                  <a:lnTo>
                    <a:pt x="7457401" y="972681"/>
                  </a:lnTo>
                  <a:cubicBezTo>
                    <a:pt x="7416724" y="972681"/>
                    <a:pt x="7383431" y="939341"/>
                    <a:pt x="7383431" y="898700"/>
                  </a:cubicBezTo>
                  <a:close/>
                  <a:moveTo>
                    <a:pt x="7587271" y="509170"/>
                  </a:moveTo>
                  <a:lnTo>
                    <a:pt x="7791122" y="509170"/>
                  </a:lnTo>
                  <a:lnTo>
                    <a:pt x="7791122" y="565900"/>
                  </a:lnTo>
                  <a:lnTo>
                    <a:pt x="7587271" y="565900"/>
                  </a:lnTo>
                  <a:close/>
                  <a:moveTo>
                    <a:pt x="7038607" y="316340"/>
                  </a:moveTo>
                  <a:lnTo>
                    <a:pt x="7038607" y="259599"/>
                  </a:lnTo>
                  <a:cubicBezTo>
                    <a:pt x="7038607" y="117210"/>
                    <a:pt x="7155107" y="711"/>
                    <a:pt x="7297472" y="711"/>
                  </a:cubicBezTo>
                  <a:lnTo>
                    <a:pt x="8135956" y="711"/>
                  </a:lnTo>
                  <a:lnTo>
                    <a:pt x="8135956" y="57429"/>
                  </a:lnTo>
                  <a:lnTo>
                    <a:pt x="7297472" y="57429"/>
                  </a:lnTo>
                  <a:cubicBezTo>
                    <a:pt x="7155107" y="57429"/>
                    <a:pt x="7038607" y="173929"/>
                    <a:pt x="7038607" y="316340"/>
                  </a:cubicBezTo>
                  <a:moveTo>
                    <a:pt x="2884537" y="711"/>
                  </a:moveTo>
                  <a:lnTo>
                    <a:pt x="2539748" y="711"/>
                  </a:lnTo>
                  <a:lnTo>
                    <a:pt x="2539748" y="57429"/>
                  </a:lnTo>
                  <a:lnTo>
                    <a:pt x="2884537" y="57429"/>
                  </a:lnTo>
                  <a:close/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5"/>
            <p:cNvSpPr/>
            <p:nvPr/>
          </p:nvSpPr>
          <p:spPr>
            <a:xfrm rot="10800000" flipH="1">
              <a:off x="4565577" y="5026712"/>
              <a:ext cx="344788" cy="1219814"/>
            </a:xfrm>
            <a:custGeom>
              <a:avLst/>
              <a:gdLst/>
              <a:ahLst/>
              <a:cxnLst/>
              <a:rect l="l" t="t" r="r" b="b"/>
              <a:pathLst>
                <a:path w="344788" h="1219814" extrusionOk="0">
                  <a:moveTo>
                    <a:pt x="101" y="1220361"/>
                  </a:moveTo>
                  <a:lnTo>
                    <a:pt x="344890" y="1220361"/>
                  </a:lnTo>
                  <a:lnTo>
                    <a:pt x="344890" y="547"/>
                  </a:lnTo>
                  <a:lnTo>
                    <a:pt x="101" y="547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 rot="10800000" flipH="1">
              <a:off x="2026073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4959" y="915931"/>
                  </a:moveTo>
                  <a:lnTo>
                    <a:pt x="344959" y="305782"/>
                  </a:lnTo>
                  <a:lnTo>
                    <a:pt x="678681" y="305782"/>
                  </a:lnTo>
                  <a:cubicBezTo>
                    <a:pt x="719357" y="305782"/>
                    <a:pt x="752639" y="339065"/>
                    <a:pt x="752639" y="379740"/>
                  </a:cubicBezTo>
                  <a:lnTo>
                    <a:pt x="752639" y="841950"/>
                  </a:lnTo>
                  <a:cubicBezTo>
                    <a:pt x="752639" y="882591"/>
                    <a:pt x="719357" y="915931"/>
                    <a:pt x="678681" y="915931"/>
                  </a:cubicBezTo>
                  <a:close/>
                  <a:moveTo>
                    <a:pt x="136" y="1220908"/>
                  </a:moveTo>
                  <a:lnTo>
                    <a:pt x="838586" y="1220908"/>
                  </a:lnTo>
                  <a:cubicBezTo>
                    <a:pt x="980974" y="1220908"/>
                    <a:pt x="1097474" y="1104408"/>
                    <a:pt x="1097474" y="962031"/>
                  </a:cubicBezTo>
                  <a:lnTo>
                    <a:pt x="1097474" y="259590"/>
                  </a:lnTo>
                  <a:cubicBezTo>
                    <a:pt x="1097474" y="117190"/>
                    <a:pt x="980974" y="679"/>
                    <a:pt x="838586" y="679"/>
                  </a:cubicBezTo>
                  <a:lnTo>
                    <a:pt x="136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 rot="10800000" flipH="1">
              <a:off x="3295831" y="5026295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095" y="610802"/>
                  </a:moveTo>
                  <a:lnTo>
                    <a:pt x="345095" y="841912"/>
                  </a:lnTo>
                  <a:cubicBezTo>
                    <a:pt x="345095" y="882565"/>
                    <a:pt x="378400" y="915893"/>
                    <a:pt x="419065" y="915893"/>
                  </a:cubicBezTo>
                  <a:lnTo>
                    <a:pt x="752786" y="915893"/>
                  </a:lnTo>
                  <a:lnTo>
                    <a:pt x="752786" y="727393"/>
                  </a:lnTo>
                  <a:lnTo>
                    <a:pt x="752786" y="610802"/>
                  </a:lnTo>
                  <a:close/>
                  <a:moveTo>
                    <a:pt x="1097621" y="1220881"/>
                  </a:moveTo>
                  <a:lnTo>
                    <a:pt x="259148" y="1220881"/>
                  </a:lnTo>
                  <a:cubicBezTo>
                    <a:pt x="116783" y="1220881"/>
                    <a:pt x="283" y="1104370"/>
                    <a:pt x="283" y="961993"/>
                  </a:cubicBezTo>
                  <a:lnTo>
                    <a:pt x="283" y="653"/>
                  </a:lnTo>
                  <a:lnTo>
                    <a:pt x="345095" y="653"/>
                  </a:lnTo>
                  <a:lnTo>
                    <a:pt x="345095" y="305744"/>
                  </a:lnTo>
                  <a:lnTo>
                    <a:pt x="752786" y="305744"/>
                  </a:lnTo>
                  <a:lnTo>
                    <a:pt x="752786" y="653"/>
                  </a:lnTo>
                  <a:lnTo>
                    <a:pt x="1097621" y="653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5"/>
            <p:cNvSpPr/>
            <p:nvPr/>
          </p:nvSpPr>
          <p:spPr>
            <a:xfrm rot="10800000" flipH="1">
              <a:off x="5255167" y="5026304"/>
              <a:ext cx="1097337" cy="1220228"/>
            </a:xfrm>
            <a:custGeom>
              <a:avLst/>
              <a:gdLst/>
              <a:ahLst/>
              <a:cxnLst/>
              <a:rect l="l" t="t" r="r" b="b"/>
              <a:pathLst>
                <a:path w="1097337" h="1220228" extrusionOk="0">
                  <a:moveTo>
                    <a:pt x="345333" y="915931"/>
                  </a:moveTo>
                  <a:lnTo>
                    <a:pt x="345333" y="305782"/>
                  </a:lnTo>
                  <a:lnTo>
                    <a:pt x="679055" y="305782"/>
                  </a:lnTo>
                  <a:cubicBezTo>
                    <a:pt x="719742" y="305782"/>
                    <a:pt x="753024" y="339065"/>
                    <a:pt x="753024" y="379740"/>
                  </a:cubicBezTo>
                  <a:lnTo>
                    <a:pt x="753024" y="841950"/>
                  </a:lnTo>
                  <a:cubicBezTo>
                    <a:pt x="753024" y="882591"/>
                    <a:pt x="719742" y="915931"/>
                    <a:pt x="679055" y="915931"/>
                  </a:cubicBezTo>
                  <a:close/>
                  <a:moveTo>
                    <a:pt x="510" y="1220908"/>
                  </a:moveTo>
                  <a:lnTo>
                    <a:pt x="838971" y="1220908"/>
                  </a:lnTo>
                  <a:cubicBezTo>
                    <a:pt x="981348" y="1220908"/>
                    <a:pt x="1097848" y="1104408"/>
                    <a:pt x="1097848" y="962031"/>
                  </a:cubicBezTo>
                  <a:lnTo>
                    <a:pt x="1097848" y="259590"/>
                  </a:lnTo>
                  <a:cubicBezTo>
                    <a:pt x="1097848" y="117190"/>
                    <a:pt x="981348" y="679"/>
                    <a:pt x="838971" y="679"/>
                  </a:cubicBezTo>
                  <a:lnTo>
                    <a:pt x="510" y="679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5"/>
            <p:cNvSpPr/>
            <p:nvPr/>
          </p:nvSpPr>
          <p:spPr>
            <a:xfrm rot="10800000" flipH="1">
              <a:off x="779467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774" y="1220934"/>
                  </a:moveTo>
                  <a:lnTo>
                    <a:pt x="839247" y="1220934"/>
                  </a:lnTo>
                  <a:cubicBezTo>
                    <a:pt x="981624" y="1220934"/>
                    <a:pt x="1098123" y="1104435"/>
                    <a:pt x="1098123" y="962058"/>
                  </a:cubicBezTo>
                  <a:lnTo>
                    <a:pt x="1098123" y="706"/>
                  </a:lnTo>
                  <a:lnTo>
                    <a:pt x="753300" y="706"/>
                  </a:lnTo>
                  <a:lnTo>
                    <a:pt x="753300" y="841977"/>
                  </a:lnTo>
                  <a:cubicBezTo>
                    <a:pt x="753300" y="882618"/>
                    <a:pt x="720006" y="915958"/>
                    <a:pt x="679330" y="915958"/>
                  </a:cubicBezTo>
                  <a:lnTo>
                    <a:pt x="345597" y="915958"/>
                  </a:lnTo>
                  <a:lnTo>
                    <a:pt x="345597" y="727446"/>
                  </a:lnTo>
                  <a:lnTo>
                    <a:pt x="345597" y="305797"/>
                  </a:lnTo>
                  <a:lnTo>
                    <a:pt x="345597" y="706"/>
                  </a:lnTo>
                  <a:lnTo>
                    <a:pt x="774" y="706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5"/>
            <p:cNvSpPr/>
            <p:nvPr/>
          </p:nvSpPr>
          <p:spPr>
            <a:xfrm rot="10800000" flipH="1">
              <a:off x="6524920" y="5026301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627" y="600"/>
                  </a:moveTo>
                  <a:lnTo>
                    <a:pt x="839100" y="600"/>
                  </a:lnTo>
                  <a:cubicBezTo>
                    <a:pt x="981476" y="600"/>
                    <a:pt x="1097976" y="117099"/>
                    <a:pt x="1097976" y="259499"/>
                  </a:cubicBezTo>
                  <a:lnTo>
                    <a:pt x="1097976" y="1220828"/>
                  </a:lnTo>
                  <a:lnTo>
                    <a:pt x="753153" y="1220828"/>
                  </a:lnTo>
                  <a:lnTo>
                    <a:pt x="753153" y="379592"/>
                  </a:lnTo>
                  <a:cubicBezTo>
                    <a:pt x="753153" y="338916"/>
                    <a:pt x="719859" y="305622"/>
                    <a:pt x="679183" y="305622"/>
                  </a:cubicBezTo>
                  <a:lnTo>
                    <a:pt x="345439" y="305622"/>
                  </a:lnTo>
                  <a:lnTo>
                    <a:pt x="345439" y="494088"/>
                  </a:lnTo>
                  <a:lnTo>
                    <a:pt x="345439" y="915783"/>
                  </a:lnTo>
                  <a:lnTo>
                    <a:pt x="345439" y="1220828"/>
                  </a:lnTo>
                  <a:lnTo>
                    <a:pt x="627" y="122082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5"/>
            <p:cNvSpPr/>
            <p:nvPr/>
          </p:nvSpPr>
          <p:spPr>
            <a:xfrm rot="10800000" flipH="1">
              <a:off x="9064439" y="5026300"/>
              <a:ext cx="1097349" cy="1220228"/>
            </a:xfrm>
            <a:custGeom>
              <a:avLst/>
              <a:gdLst/>
              <a:ahLst/>
              <a:cxnLst/>
              <a:rect l="l" t="t" r="r" b="b"/>
              <a:pathLst>
                <a:path w="1097349" h="1220228" extrusionOk="0">
                  <a:moveTo>
                    <a:pt x="1098366" y="1220934"/>
                  </a:moveTo>
                  <a:lnTo>
                    <a:pt x="259881" y="1220934"/>
                  </a:lnTo>
                  <a:cubicBezTo>
                    <a:pt x="117516" y="1220934"/>
                    <a:pt x="1016" y="1104435"/>
                    <a:pt x="1016" y="962058"/>
                  </a:cubicBezTo>
                  <a:lnTo>
                    <a:pt x="1016" y="259605"/>
                  </a:lnTo>
                  <a:cubicBezTo>
                    <a:pt x="1016" y="117205"/>
                    <a:pt x="117516" y="706"/>
                    <a:pt x="259881" y="706"/>
                  </a:cubicBezTo>
                  <a:lnTo>
                    <a:pt x="1098366" y="706"/>
                  </a:lnTo>
                  <a:lnTo>
                    <a:pt x="1098366" y="712544"/>
                  </a:lnTo>
                  <a:lnTo>
                    <a:pt x="549679" y="712544"/>
                  </a:lnTo>
                  <a:lnTo>
                    <a:pt x="549679" y="509165"/>
                  </a:lnTo>
                  <a:lnTo>
                    <a:pt x="753542" y="509165"/>
                  </a:lnTo>
                  <a:lnTo>
                    <a:pt x="753542" y="305797"/>
                  </a:lnTo>
                  <a:lnTo>
                    <a:pt x="419809" y="305797"/>
                  </a:lnTo>
                  <a:cubicBezTo>
                    <a:pt x="379133" y="305797"/>
                    <a:pt x="345840" y="339091"/>
                    <a:pt x="345840" y="379767"/>
                  </a:cubicBezTo>
                  <a:lnTo>
                    <a:pt x="345840" y="841977"/>
                  </a:lnTo>
                  <a:cubicBezTo>
                    <a:pt x="345840" y="882618"/>
                    <a:pt x="379133" y="915958"/>
                    <a:pt x="419809" y="915958"/>
                  </a:cubicBezTo>
                  <a:lnTo>
                    <a:pt x="1098366" y="91595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5"/>
            <p:cNvSpPr/>
            <p:nvPr/>
          </p:nvSpPr>
          <p:spPr>
            <a:xfrm rot="10800000" flipH="1">
              <a:off x="4111085" y="2210232"/>
              <a:ext cx="3965674" cy="2263162"/>
            </a:xfrm>
            <a:custGeom>
              <a:avLst/>
              <a:gdLst/>
              <a:ahLst/>
              <a:cxnLst/>
              <a:rect l="l" t="t" r="r" b="b"/>
              <a:pathLst>
                <a:path w="3965674" h="2263162" extrusionOk="0">
                  <a:moveTo>
                    <a:pt x="1373225" y="2263648"/>
                  </a:moveTo>
                  <a:lnTo>
                    <a:pt x="1373225" y="2183563"/>
                  </a:lnTo>
                  <a:cubicBezTo>
                    <a:pt x="1195447" y="2024361"/>
                    <a:pt x="1080283" y="1796694"/>
                    <a:pt x="1069274" y="1541975"/>
                  </a:cubicBezTo>
                  <a:cubicBezTo>
                    <a:pt x="1068732" y="1555230"/>
                    <a:pt x="1068399" y="1568531"/>
                    <a:pt x="1068399" y="1581902"/>
                  </a:cubicBezTo>
                  <a:cubicBezTo>
                    <a:pt x="1068399" y="1852802"/>
                    <a:pt x="1186176" y="2096120"/>
                    <a:pt x="1373225" y="2263648"/>
                  </a:cubicBezTo>
                  <a:moveTo>
                    <a:pt x="3966183" y="1226933"/>
                  </a:moveTo>
                  <a:lnTo>
                    <a:pt x="3966183" y="1226898"/>
                  </a:lnTo>
                  <a:lnTo>
                    <a:pt x="3936885" y="1117527"/>
                  </a:lnTo>
                  <a:lnTo>
                    <a:pt x="2819728" y="485"/>
                  </a:lnTo>
                  <a:lnTo>
                    <a:pt x="1146963" y="485"/>
                  </a:lnTo>
                  <a:lnTo>
                    <a:pt x="29806" y="1117527"/>
                  </a:lnTo>
                  <a:lnTo>
                    <a:pt x="508" y="1226933"/>
                  </a:lnTo>
                  <a:lnTo>
                    <a:pt x="1169881" y="57664"/>
                  </a:lnTo>
                  <a:lnTo>
                    <a:pt x="2796822" y="57664"/>
                  </a:lnTo>
                  <a:close/>
                  <a:moveTo>
                    <a:pt x="2897417" y="1541975"/>
                  </a:moveTo>
                  <a:cubicBezTo>
                    <a:pt x="2886385" y="1796694"/>
                    <a:pt x="2771244" y="2024361"/>
                    <a:pt x="2593454" y="2183563"/>
                  </a:cubicBezTo>
                  <a:lnTo>
                    <a:pt x="2593454" y="2263648"/>
                  </a:lnTo>
                  <a:cubicBezTo>
                    <a:pt x="2780515" y="2096120"/>
                    <a:pt x="2898293" y="1852802"/>
                    <a:pt x="2898293" y="1581902"/>
                  </a:cubicBezTo>
                  <a:cubicBezTo>
                    <a:pt x="2898293" y="1568531"/>
                    <a:pt x="2897959" y="1555230"/>
                    <a:pt x="2897417" y="1541975"/>
                  </a:cubicBezTo>
                </a:path>
              </a:pathLst>
            </a:custGeom>
            <a:solidFill>
              <a:srgbClr val="951B1B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5"/>
            <p:cNvSpPr/>
            <p:nvPr/>
          </p:nvSpPr>
          <p:spPr>
            <a:xfrm rot="10800000" flipH="1">
              <a:off x="4111083" y="552177"/>
              <a:ext cx="3965674" cy="3864030"/>
            </a:xfrm>
            <a:custGeom>
              <a:avLst/>
              <a:gdLst/>
              <a:ahLst/>
              <a:cxnLst/>
              <a:rect l="l" t="t" r="r" b="b"/>
              <a:pathLst>
                <a:path w="3965674" h="3864030" extrusionOk="0">
                  <a:moveTo>
                    <a:pt x="2288477" y="661666"/>
                  </a:moveTo>
                  <a:cubicBezTo>
                    <a:pt x="2643791" y="787287"/>
                    <a:pt x="2898372" y="1126087"/>
                    <a:pt x="2898372" y="1524415"/>
                  </a:cubicBezTo>
                  <a:cubicBezTo>
                    <a:pt x="2898372" y="1795303"/>
                    <a:pt x="2780594" y="2038656"/>
                    <a:pt x="2593534" y="2206150"/>
                  </a:cubicBezTo>
                  <a:lnTo>
                    <a:pt x="2593534" y="2786287"/>
                  </a:lnTo>
                  <a:lnTo>
                    <a:pt x="3966262" y="1169435"/>
                  </a:lnTo>
                  <a:lnTo>
                    <a:pt x="2796901" y="177"/>
                  </a:lnTo>
                  <a:lnTo>
                    <a:pt x="1169960" y="177"/>
                  </a:lnTo>
                  <a:lnTo>
                    <a:pt x="588" y="1169435"/>
                  </a:lnTo>
                  <a:lnTo>
                    <a:pt x="1373305" y="2786287"/>
                  </a:lnTo>
                  <a:lnTo>
                    <a:pt x="1373305" y="2206150"/>
                  </a:lnTo>
                  <a:cubicBezTo>
                    <a:pt x="1186256" y="2038656"/>
                    <a:pt x="1068478" y="1795303"/>
                    <a:pt x="1068478" y="1524415"/>
                  </a:cubicBezTo>
                  <a:cubicBezTo>
                    <a:pt x="1068478" y="1126087"/>
                    <a:pt x="1323070" y="787287"/>
                    <a:pt x="1678362" y="661666"/>
                  </a:cubicBezTo>
                  <a:lnTo>
                    <a:pt x="1678362" y="3145610"/>
                  </a:lnTo>
                  <a:lnTo>
                    <a:pt x="2288477" y="3864208"/>
                  </a:lnTo>
                  <a:close/>
                </a:path>
              </a:pathLst>
            </a:custGeom>
            <a:solidFill>
              <a:srgbClr val="E92227"/>
            </a:solidFill>
            <a:ln>
              <a:noFill/>
            </a:ln>
            <a:effectLst>
              <a:outerShdw blurRad="63500" dist="38100" dir="5400000" algn="t" rotWithShape="0">
                <a:srgbClr val="000000">
                  <a:alpha val="3019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5"/>
          <p:cNvSpPr txBox="1">
            <a:spLocks noGrp="1"/>
          </p:cNvSpPr>
          <p:nvPr>
            <p:ph type="title"/>
          </p:nvPr>
        </p:nvSpPr>
        <p:spPr>
          <a:xfrm>
            <a:off x="1066653" y="0"/>
            <a:ext cx="10051536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776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105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yle slide layout">
  <p:cSld name="Style slide layou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>
            <a:spLocks noGrp="1"/>
          </p:cNvSpPr>
          <p:nvPr>
            <p:ph type="pic" idx="2"/>
          </p:nvPr>
        </p:nvSpPr>
        <p:spPr>
          <a:xfrm>
            <a:off x="1776545" y="1872070"/>
            <a:ext cx="3326678" cy="3326678"/>
          </a:xfrm>
          <a:prstGeom prst="diamond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344535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1609898" y="136524"/>
            <a:ext cx="10194175" cy="575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ontserrat"/>
              <a:buNone/>
              <a:defRPr sz="3200" b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9757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DC ">
  <p:cSld name="1_DDC "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419451" y="1107347"/>
            <a:ext cx="11484528" cy="542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Char char="•"/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1686188" y="191068"/>
            <a:ext cx="10091256" cy="55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1E23"/>
              </a:buClr>
              <a:buSzPts val="2400"/>
              <a:buFont typeface="Arial"/>
              <a:buNone/>
              <a:defRPr sz="2400" b="1">
                <a:solidFill>
                  <a:srgbClr val="EA1E2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/>
          <p:nvPr/>
        </p:nvSpPr>
        <p:spPr>
          <a:xfrm rot="10800000" flipH="1">
            <a:off x="0" y="849131"/>
            <a:ext cx="12192000" cy="45719"/>
          </a:xfrm>
          <a:prstGeom prst="rect">
            <a:avLst/>
          </a:prstGeom>
          <a:solidFill>
            <a:srgbClr val="EA22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9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93591"/>
            <a:ext cx="940910" cy="65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229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241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0"/>
          <p:cNvSpPr/>
          <p:nvPr/>
        </p:nvSpPr>
        <p:spPr>
          <a:xfrm rot="10800000" flipH="1">
            <a:off x="0" y="849131"/>
            <a:ext cx="12192000" cy="45719"/>
          </a:xfrm>
          <a:prstGeom prst="rect">
            <a:avLst/>
          </a:prstGeom>
          <a:solidFill>
            <a:srgbClr val="EA22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3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93591"/>
            <a:ext cx="940910" cy="65646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0"/>
          <p:cNvSpPr/>
          <p:nvPr/>
        </p:nvSpPr>
        <p:spPr>
          <a:xfrm>
            <a:off x="0" y="6660292"/>
            <a:ext cx="12192000" cy="197708"/>
          </a:xfrm>
          <a:prstGeom prst="rect">
            <a:avLst/>
          </a:prstGeom>
          <a:solidFill>
            <a:srgbClr val="EA22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189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C3D69-1A97-451F-8B56-92D7C39B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578A7-B909-4662-8A7C-27A14A1F7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EE41-9EEA-44AE-B12A-C5523EEBD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7045232-D9A8-4B84-B388-349046BB4A20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71767-CAE7-4736-B218-8F2257423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6CAE6-25EB-49AB-9943-D90F99A37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2C04611-6A1E-4BE0-A9A6-CD0FC21C6F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9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45707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6f7b826f7_0_14"/>
          <p:cNvSpPr txBox="1">
            <a:spLocks noGrp="1"/>
          </p:cNvSpPr>
          <p:nvPr>
            <p:ph type="title"/>
          </p:nvPr>
        </p:nvSpPr>
        <p:spPr>
          <a:xfrm>
            <a:off x="1686188" y="191068"/>
            <a:ext cx="10091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1E23"/>
              </a:buClr>
              <a:buSzPts val="2800"/>
              <a:buFont typeface="Arial"/>
              <a:buNone/>
            </a:pPr>
            <a:r>
              <a:rPr lang="en-US" dirty="0"/>
              <a:t>KHỐI QUẢN LÝ DỰ ÁN</a:t>
            </a:r>
            <a:endParaRPr dirty="0"/>
          </a:p>
        </p:txBody>
      </p:sp>
      <p:sp>
        <p:nvSpPr>
          <p:cNvPr id="166" name="Google Shape;166;g386f7b826f7_0_14"/>
          <p:cNvSpPr txBox="1"/>
          <p:nvPr/>
        </p:nvSpPr>
        <p:spPr>
          <a:xfrm>
            <a:off x="0" y="2182976"/>
            <a:ext cx="12192000" cy="24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39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PHẦN I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3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KẾT QUẢ THỰC HIỆN</a:t>
            </a:r>
            <a:r>
              <a:rPr kumimoji="0" lang="en-US" sz="3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ĐẾN THÁNG 4/</a:t>
            </a:r>
            <a:r>
              <a:rPr kumimoji="0" lang="en-US" sz="3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2026, </a:t>
            </a:r>
            <a:endParaRPr kumimoji="0" sz="3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3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MỤC TIÊU &amp; KẾ HOẠCH </a:t>
            </a:r>
            <a:r>
              <a:rPr kumimoji="0" lang="en-US" sz="3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5 THÁNG CUỐI NĂM 2026</a:t>
            </a:r>
            <a:endParaRPr kumimoji="0" sz="3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6210714-B208-ACD4-5E74-E89803A1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A0764954-F6BA-843F-F5B0-1DAD24168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6188" y="191068"/>
            <a:ext cx="10091256" cy="55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sz="2400" dirty="0">
                <a:sym typeface="Calibri"/>
              </a:rPr>
              <a:t>ĐÁNH GIÁ CHUNG HOẠT ĐỘNG 7 THÁNG ĐẦU NĂM 2026</a:t>
            </a:r>
            <a:br>
              <a:rPr lang="en-US" sz="2400" dirty="0">
                <a:sym typeface="Calibri"/>
              </a:rPr>
            </a:br>
            <a:r>
              <a:rPr lang="en-US" sz="2000" dirty="0">
                <a:solidFill>
                  <a:srgbClr val="C00000"/>
                </a:solidFill>
                <a:sym typeface="Calibri"/>
              </a:rPr>
              <a:t>HOẠT ĐỘNG HIỆU QUẢ - CẦN DUY TRÌ VÀ PHÁT HUY</a:t>
            </a:r>
            <a:endParaRPr lang="en-US" sz="2500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D5805F4F-B3C0-9BA3-CFC3-28EE1176B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02163"/>
              </p:ext>
            </p:extLst>
          </p:nvPr>
        </p:nvGraphicFramePr>
        <p:xfrm>
          <a:off x="35393" y="900638"/>
          <a:ext cx="12133004" cy="7020832"/>
        </p:xfrm>
        <a:graphic>
          <a:graphicData uri="http://schemas.openxmlformats.org/drawingml/2006/table">
            <a:tbl>
              <a:tblPr/>
              <a:tblGrid>
                <a:gridCol w="62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6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9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9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STT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Nội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dung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Hoạt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động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hiệu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quả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Kết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quả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đạt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được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Kế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hoạch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tháng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kế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300" b="1" dirty="0" err="1">
                          <a:solidFill>
                            <a:srgbClr val="FFFFFF"/>
                          </a:solidFill>
                        </a:rPr>
                        <a:t>tiếp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8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7474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Quản lý thiết bị máy </a:t>
                      </a:r>
                      <a:r>
                        <a:rPr lang="en-US" sz="1200" dirty="0" err="1"/>
                        <a:t>móc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Thực hiện kiểm tra, </a:t>
                      </a:r>
                      <a:r>
                        <a:rPr lang="en-US" sz="1200" dirty="0" err="1"/>
                        <a:t>giám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sát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tình</a:t>
                      </a:r>
                      <a:r>
                        <a:rPr lang="en-US" sz="1200" dirty="0"/>
                        <a:t> trạng thiết bị định kỳ, xử lý </a:t>
                      </a:r>
                      <a:r>
                        <a:rPr lang="en-US" sz="1200" dirty="0" err="1"/>
                        <a:t>kịp</a:t>
                      </a:r>
                      <a:r>
                        <a:rPr lang="en-US" sz="1200" dirty="0"/>
                        <a:t> thời các sự cố </a:t>
                      </a:r>
                      <a:r>
                        <a:rPr lang="en-US" sz="1200" dirty="0" err="1"/>
                        <a:t>phát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sinh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Tỷ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lệ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sẵn</a:t>
                      </a:r>
                      <a:r>
                        <a:rPr lang="en-US" sz="1200" dirty="0"/>
                        <a:t> sàng thiết bị duy trì ở </a:t>
                      </a:r>
                      <a:r>
                        <a:rPr lang="en-US" sz="1200" dirty="0" err="1"/>
                        <a:t>mức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cao</a:t>
                      </a:r>
                      <a:r>
                        <a:rPr lang="en-US" sz="1200" dirty="0"/>
                        <a:t>, giảm thời </a:t>
                      </a:r>
                      <a:r>
                        <a:rPr lang="en-US" sz="1200" dirty="0" err="1"/>
                        <a:t>gian</a:t>
                      </a:r>
                      <a:r>
                        <a:rPr lang="en-US" sz="1200" dirty="0"/>
                        <a:t> dừng máy ngoài kế hoạch.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…..%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/>
                        <a:t>Tiếp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tục</a:t>
                      </a:r>
                      <a:r>
                        <a:rPr lang="en-US" sz="1200" dirty="0"/>
                        <a:t> nâng </a:t>
                      </a:r>
                      <a:r>
                        <a:rPr lang="en-US" sz="1200" dirty="0" err="1"/>
                        <a:t>cao</a:t>
                      </a:r>
                      <a:r>
                        <a:rPr lang="en-US" sz="1200" dirty="0"/>
                        <a:t> hiệu quả bảo trì phòng </a:t>
                      </a:r>
                      <a:r>
                        <a:rPr lang="en-US" sz="1200" dirty="0" err="1"/>
                        <a:t>ngừa</a:t>
                      </a:r>
                      <a:r>
                        <a:rPr lang="en-US" sz="1200" dirty="0"/>
                        <a:t> và bảo trì dự </a:t>
                      </a:r>
                      <a:r>
                        <a:rPr lang="en-US" sz="1200" dirty="0" err="1"/>
                        <a:t>đoán</a:t>
                      </a:r>
                      <a:r>
                        <a:rPr lang="en-US" sz="1200" dirty="0"/>
                        <a:t>. 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772"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Công tác bảo trì bảo </a:t>
                      </a:r>
                      <a:r>
                        <a:rPr lang="en-US" sz="1200" dirty="0" err="1"/>
                        <a:t>dưỡng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Triển khai kế hoạch bảo trì định kỳ </a:t>
                      </a:r>
                      <a:r>
                        <a:rPr lang="en-US" sz="1200" dirty="0" err="1"/>
                        <a:t>theo</a:t>
                      </a:r>
                      <a:r>
                        <a:rPr lang="en-US" sz="1200" dirty="0"/>
                        <a:t> TPM và CMMS.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Hoàn thành các </a:t>
                      </a:r>
                      <a:r>
                        <a:rPr lang="en-US" sz="1200" dirty="0" err="1"/>
                        <a:t>hạng</a:t>
                      </a:r>
                      <a:r>
                        <a:rPr lang="en-US" sz="1200" dirty="0"/>
                        <a:t> mục bảo trì </a:t>
                      </a:r>
                      <a:r>
                        <a:rPr lang="en-US" sz="1200" dirty="0" err="1"/>
                        <a:t>theo</a:t>
                      </a:r>
                      <a:r>
                        <a:rPr lang="en-US" sz="1200" dirty="0"/>
                        <a:t> kế hoạch, nâng </a:t>
                      </a:r>
                      <a:r>
                        <a:rPr lang="en-US" sz="1200" dirty="0" err="1"/>
                        <a:t>cao</a:t>
                      </a:r>
                      <a:r>
                        <a:rPr lang="en-US" sz="1200" dirty="0"/>
                        <a:t> độ tin </a:t>
                      </a:r>
                      <a:r>
                        <a:rPr lang="en-US" sz="1200" dirty="0" err="1"/>
                        <a:t>cậy</a:t>
                      </a:r>
                      <a:r>
                        <a:rPr lang="en-US" sz="1200" dirty="0"/>
                        <a:t> thiết bị.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…. 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 err="1"/>
                        <a:t>Rà</a:t>
                      </a:r>
                      <a:r>
                        <a:rPr lang="en-US" sz="1200" dirty="0"/>
                        <a:t> soát và tối ưu chu kỳ bảo trì các thiết bị trọng </a:t>
                      </a:r>
                      <a:r>
                        <a:rPr lang="en-US" sz="1200" dirty="0" err="1"/>
                        <a:t>yếu</a:t>
                      </a:r>
                      <a:r>
                        <a:rPr lang="en-US" sz="1200" dirty="0"/>
                        <a:t>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772"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Quản lý đầu </a:t>
                      </a:r>
                      <a:r>
                        <a:rPr lang="en-US" sz="1200" dirty="0" err="1"/>
                        <a:t>tư</a:t>
                      </a:r>
                      <a:r>
                        <a:rPr lang="en-US" sz="1200" dirty="0"/>
                        <a:t> MMTB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Thực hiện thẩm định, đề xuất đầu </a:t>
                      </a:r>
                      <a:r>
                        <a:rPr lang="en-US" sz="1200" dirty="0" err="1"/>
                        <a:t>tư</a:t>
                      </a:r>
                      <a:r>
                        <a:rPr lang="en-US" sz="1200" dirty="0"/>
                        <a:t> thiết bị đúng quy trình.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Đảm bảo tiến độ các dự án đầu </a:t>
                      </a:r>
                      <a:r>
                        <a:rPr lang="en-US" sz="1200" dirty="0" err="1"/>
                        <a:t>tư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đáp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ứng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nhu</a:t>
                      </a:r>
                      <a:r>
                        <a:rPr lang="en-US" sz="1200" dirty="0"/>
                        <a:t> cầu sản xuất.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Theo dõi tiến độ triển khai và nghiệm </a:t>
                      </a:r>
                      <a:r>
                        <a:rPr lang="en-US" sz="1200" dirty="0" err="1"/>
                        <a:t>thu</a:t>
                      </a:r>
                      <a:r>
                        <a:rPr lang="en-US" sz="1200" dirty="0"/>
                        <a:t> các dự án đầu </a:t>
                      </a:r>
                      <a:r>
                        <a:rPr lang="en-US" sz="1200" dirty="0" err="1"/>
                        <a:t>tư</a:t>
                      </a:r>
                      <a:r>
                        <a:rPr lang="en-US" sz="1200" dirty="0"/>
                        <a:t> mới.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172771"/>
                  </a:ext>
                </a:extLst>
              </a:tr>
              <a:tr h="658772"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Chuyển đổi số và </a:t>
                      </a:r>
                      <a:r>
                        <a:rPr lang="en-US" sz="1200" dirty="0" err="1"/>
                        <a:t>ứng</a:t>
                      </a:r>
                      <a:r>
                        <a:rPr lang="en-US" sz="1200" dirty="0"/>
                        <a:t> dụng AI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Từng bước </a:t>
                      </a:r>
                      <a:r>
                        <a:rPr lang="en-US" sz="1200" dirty="0" err="1"/>
                        <a:t>ứng</a:t>
                      </a:r>
                      <a:r>
                        <a:rPr lang="en-US" sz="1200" dirty="0"/>
                        <a:t> dụng AI, số hóa </a:t>
                      </a:r>
                      <a:r>
                        <a:rPr lang="en-US" sz="1200" dirty="0" err="1"/>
                        <a:t>dữ</a:t>
                      </a:r>
                      <a:r>
                        <a:rPr lang="en-US" sz="1200" dirty="0"/>
                        <a:t> liệu thiết bị và công tác quản lý.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Nâng </a:t>
                      </a:r>
                      <a:r>
                        <a:rPr lang="en-US" sz="1200" dirty="0" err="1"/>
                        <a:t>cao</a:t>
                      </a:r>
                      <a:r>
                        <a:rPr lang="en-US" sz="1200" dirty="0"/>
                        <a:t> hiệu quả tra </a:t>
                      </a:r>
                      <a:r>
                        <a:rPr lang="en-US" sz="1200" dirty="0" err="1"/>
                        <a:t>cứu</a:t>
                      </a:r>
                      <a:r>
                        <a:rPr lang="en-US" sz="1200" dirty="0"/>
                        <a:t> thông tin, phân tích </a:t>
                      </a:r>
                      <a:r>
                        <a:rPr lang="en-US" sz="1200" dirty="0" err="1"/>
                        <a:t>dữ</a:t>
                      </a:r>
                      <a:r>
                        <a:rPr lang="en-US" sz="1200" dirty="0"/>
                        <a:t> liệu và </a:t>
                      </a:r>
                      <a:r>
                        <a:rPr lang="en-US" sz="1200" dirty="0" err="1"/>
                        <a:t>hỗ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trợ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quyết</a:t>
                      </a:r>
                      <a:r>
                        <a:rPr lang="en-US" sz="1200" dirty="0"/>
                        <a:t> định.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 err="1"/>
                        <a:t>Mở</a:t>
                      </a:r>
                      <a:r>
                        <a:rPr lang="en-US" sz="1200" dirty="0"/>
                        <a:t> rộng phạm vi </a:t>
                      </a:r>
                      <a:r>
                        <a:rPr lang="en-US" sz="1200" dirty="0" err="1"/>
                        <a:t>ứng</a:t>
                      </a:r>
                      <a:r>
                        <a:rPr lang="en-US" sz="1200" dirty="0"/>
                        <a:t> dụng AI và xây dựng cơ </a:t>
                      </a:r>
                      <a:r>
                        <a:rPr lang="en-US" sz="1200" dirty="0" err="1"/>
                        <a:t>sở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dữ</a:t>
                      </a:r>
                      <a:r>
                        <a:rPr lang="en-US" sz="1200" dirty="0"/>
                        <a:t> liệu thiết bị tập trung.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025"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Quản lý thiết bị nâng hạ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Kiểm tra, </a:t>
                      </a:r>
                      <a:r>
                        <a:rPr lang="en-US" sz="1200" dirty="0" err="1"/>
                        <a:t>giám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sát</a:t>
                      </a:r>
                      <a:r>
                        <a:rPr lang="en-US" sz="1200" dirty="0"/>
                        <a:t> an toàn vận hành thiết bị nâng hạ </a:t>
                      </a:r>
                      <a:r>
                        <a:rPr lang="en-US" sz="1200" dirty="0" err="1"/>
                        <a:t>theo</a:t>
                      </a:r>
                      <a:r>
                        <a:rPr lang="en-US" sz="1200" dirty="0"/>
                        <a:t> quy định.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 dirty="0" err="1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Đang</a:t>
                      </a:r>
                      <a:r>
                        <a:rPr lang="en-US" sz="1300" b="0" i="0" u="none" strike="noStrike" cap="none" dirty="0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300" b="0" i="0" u="none" strike="noStrike" cap="none" dirty="0" err="1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hoàn</a:t>
                      </a:r>
                      <a:r>
                        <a:rPr lang="en-US" sz="1300" b="0" i="0" u="none" strike="noStrike" cap="none" dirty="0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300" b="0" i="0" u="none" strike="noStrike" cap="none" dirty="0" err="1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</a:t>
                      </a:r>
                      <a:r>
                        <a:rPr lang="en-US" sz="1200" dirty="0" err="1"/>
                        <a:t>Không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phát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sinh</a:t>
                      </a:r>
                      <a:r>
                        <a:rPr lang="en-US" sz="1200" dirty="0"/>
                        <a:t> sự cố </a:t>
                      </a:r>
                      <a:r>
                        <a:rPr lang="en-US" sz="1200" dirty="0" err="1"/>
                        <a:t>mất</a:t>
                      </a:r>
                      <a:r>
                        <a:rPr lang="en-US" sz="1200" dirty="0"/>
                        <a:t> an toàn </a:t>
                      </a:r>
                      <a:r>
                        <a:rPr lang="en-US" sz="1200" dirty="0" err="1"/>
                        <a:t>nghiêm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trọng.</a:t>
                      </a:r>
                      <a:r>
                        <a:rPr lang="en-US" sz="1300" b="0" i="0" u="none" strike="noStrike" cap="none" dirty="0" err="1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hiện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 err="1"/>
                        <a:t>Tiếp</a:t>
                      </a:r>
                      <a:r>
                        <a:rPr lang="en-US" sz="1200" dirty="0"/>
                        <a:t> tục kiểm định và đào tạo an toàn vận hành.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878"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Công tác cải tiến kỹ thuật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Thực hiện các </a:t>
                      </a:r>
                      <a:r>
                        <a:rPr lang="en-US" sz="1200" dirty="0" err="1"/>
                        <a:t>giải</a:t>
                      </a:r>
                      <a:r>
                        <a:rPr lang="en-US" sz="1200" dirty="0"/>
                        <a:t> pháp cải tiến </a:t>
                      </a:r>
                      <a:r>
                        <a:rPr lang="en-US" sz="1200" dirty="0" err="1"/>
                        <a:t>nhằm</a:t>
                      </a:r>
                      <a:r>
                        <a:rPr lang="en-US" sz="1200" dirty="0"/>
                        <a:t> nâng </a:t>
                      </a:r>
                      <a:r>
                        <a:rPr lang="en-US" sz="1200" dirty="0" err="1"/>
                        <a:t>cao</a:t>
                      </a:r>
                      <a:r>
                        <a:rPr lang="en-US" sz="1200" dirty="0"/>
                        <a:t> hiệu suất thiết bị và tiết giảm chi phí.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Tăng hiệu quả sử dụng thiết bị, giảm chi phí sửa chữa và vận hành.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 err="1"/>
                        <a:t>Tiếp</a:t>
                      </a:r>
                      <a:r>
                        <a:rPr lang="en-US" sz="1200" dirty="0"/>
                        <a:t> tục </a:t>
                      </a:r>
                      <a:r>
                        <a:rPr lang="en-US" sz="1200" dirty="0" err="1"/>
                        <a:t>phát</a:t>
                      </a:r>
                      <a:r>
                        <a:rPr lang="en-US" sz="1200" dirty="0"/>
                        <a:t> triển các sáng kiến cải tiến có tính </a:t>
                      </a:r>
                      <a:r>
                        <a:rPr lang="en-US" sz="1200" dirty="0" err="1"/>
                        <a:t>ứng</a:t>
                      </a:r>
                      <a:r>
                        <a:rPr lang="en-US" sz="1200" dirty="0"/>
                        <a:t> dụng </a:t>
                      </a:r>
                      <a:r>
                        <a:rPr lang="en-US" sz="1200" dirty="0" err="1"/>
                        <a:t>cao</a:t>
                      </a:r>
                      <a:r>
                        <a:rPr lang="en-US" sz="1200" dirty="0"/>
                        <a:t>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878"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37474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Quản lý an toàn thiết bị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Tăng </a:t>
                      </a:r>
                      <a:r>
                        <a:rPr lang="en-US" sz="1200" dirty="0" err="1"/>
                        <a:t>cường</a:t>
                      </a:r>
                      <a:r>
                        <a:rPr lang="en-US" sz="1200" dirty="0"/>
                        <a:t> kiểm tra tuân thủ và đánh giá </a:t>
                      </a:r>
                      <a:r>
                        <a:rPr lang="en-US" sz="1200" dirty="0" err="1"/>
                        <a:t>rủi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ro</a:t>
                      </a:r>
                      <a:r>
                        <a:rPr lang="en-US" sz="1200" dirty="0"/>
                        <a:t> thiết bị.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Đảm bảo vận hành ổn định, an toàn và tuân thủ quy định nội bộ.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dirty="0"/>
                        <a:t>Duy trì công tác đánh giá </a:t>
                      </a:r>
                      <a:r>
                        <a:rPr lang="en-US" sz="1200" dirty="0" err="1"/>
                        <a:t>rủi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ro</a:t>
                      </a:r>
                      <a:r>
                        <a:rPr lang="en-US" sz="1200" dirty="0"/>
                        <a:t> và kiểm soát các </a:t>
                      </a:r>
                      <a:r>
                        <a:rPr lang="en-US" sz="1200" dirty="0" err="1"/>
                        <a:t>nguy</a:t>
                      </a:r>
                      <a:r>
                        <a:rPr lang="en-US" sz="1200" dirty="0"/>
                        <a:t> cơ </a:t>
                      </a:r>
                      <a:r>
                        <a:rPr lang="en-US" sz="1200" dirty="0" err="1"/>
                        <a:t>tiềm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ẩn</a:t>
                      </a:r>
                      <a:endParaRPr lang="en-US" sz="1300" b="0" i="0" u="none" strike="noStrike" cap="none" dirty="0">
                        <a:solidFill>
                          <a:srgbClr val="37474F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4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4C395918-C26D-0960-9716-0B8E146E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6f7b826f7_0_14">
            <a:extLst>
              <a:ext uri="{FF2B5EF4-FFF2-40B4-BE49-F238E27FC236}">
                <a16:creationId xmlns:a16="http://schemas.microsoft.com/office/drawing/2014/main" id="{5BBDA8C4-02AA-AA95-E2D2-07531D61E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6188" y="191068"/>
            <a:ext cx="10091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1E23"/>
              </a:buClr>
              <a:buSzPts val="2800"/>
              <a:buFont typeface="Arial"/>
              <a:buNone/>
            </a:pPr>
            <a:r>
              <a:rPr lang="en-US" dirty="0"/>
              <a:t>VẤN ĐỀ CẦN CẢI THIỆN VÀ BIỆN PHÁP KHẮC PHỤC</a:t>
            </a:r>
            <a:endParaRPr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ED1128D9-282E-13E7-667C-A3A589EDD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246900"/>
              </p:ext>
            </p:extLst>
          </p:nvPr>
        </p:nvGraphicFramePr>
        <p:xfrm>
          <a:off x="274320" y="885908"/>
          <a:ext cx="11748565" cy="4722369"/>
        </p:xfrm>
        <a:graphic>
          <a:graphicData uri="http://schemas.openxmlformats.org/drawingml/2006/table">
            <a:tbl>
              <a:tblPr/>
              <a:tblGrid>
                <a:gridCol w="477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309">
                  <a:extLst>
                    <a:ext uri="{9D8B030D-6E8A-4147-A177-3AD203B41FA5}">
                      <a16:colId xmlns:a16="http://schemas.microsoft.com/office/drawing/2014/main" val="3220807069"/>
                    </a:ext>
                  </a:extLst>
                </a:gridCol>
                <a:gridCol w="1298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4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21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STT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Các </a:t>
                      </a:r>
                      <a:r>
                        <a:rPr lang="en-US" sz="1100" b="1" dirty="0" err="1">
                          <a:solidFill>
                            <a:schemeClr val="bg1"/>
                          </a:solidFill>
                        </a:rPr>
                        <a:t>tồn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bg1"/>
                          </a:solidFill>
                        </a:rPr>
                        <a:t>tại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bg1"/>
                          </a:solidFill>
                        </a:rPr>
                        <a:t>cần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bg1"/>
                          </a:solidFill>
                        </a:rPr>
                        <a:t>cải</a:t>
                      </a: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chemeClr val="bg1"/>
                          </a:solidFill>
                        </a:rPr>
                        <a:t>thiện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Hành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động</a:t>
                      </a: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cụ</a:t>
                      </a: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thể</a:t>
                      </a: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-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Giải</a:t>
                      </a: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pháp</a:t>
                      </a: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khắc</a:t>
                      </a:r>
                      <a:r>
                        <a:rPr lang="en-US" sz="11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100" b="1" i="0" u="none" strike="noStrike" cap="none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phục</a:t>
                      </a:r>
                      <a:endParaRPr lang="en-US" sz="11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Đầu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mối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thực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hiện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Deadline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thực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hiện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Ghi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chú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 err="1"/>
                        <a:t>Dữ</a:t>
                      </a:r>
                      <a:r>
                        <a:rPr lang="en-US" sz="1100" dirty="0"/>
                        <a:t> liệu thiết bị chưa </a:t>
                      </a:r>
                      <a:r>
                        <a:rPr lang="en-US" sz="1100" dirty="0" err="1"/>
                        <a:t>được</a:t>
                      </a:r>
                      <a:r>
                        <a:rPr lang="en-US" sz="1100" dirty="0"/>
                        <a:t> số hóa đồng bộ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Hoàn thiện cơ </a:t>
                      </a:r>
                      <a:r>
                        <a:rPr lang="en-US" sz="1100" dirty="0" err="1"/>
                        <a:t>sở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dữ</a:t>
                      </a:r>
                      <a:r>
                        <a:rPr lang="en-US" sz="1100" dirty="0"/>
                        <a:t> liệu MMTB, chuẩn hóa hồ sơ kỹ thuật và </a:t>
                      </a:r>
                      <a:r>
                        <a:rPr lang="en-US" sz="1100" dirty="0" err="1"/>
                        <a:t>cập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nhật</a:t>
                      </a:r>
                      <a:r>
                        <a:rPr lang="en-US" sz="1100" dirty="0"/>
                        <a:t> lên hệ thống CMMS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Nhóm Chuyển đổi số &amp; Quản lý thiết bị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31/08/2026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Thực hiện </a:t>
                      </a:r>
                      <a:r>
                        <a:rPr lang="en-US" sz="1100" dirty="0" err="1"/>
                        <a:t>theo</a:t>
                      </a:r>
                      <a:r>
                        <a:rPr lang="en-US" sz="1100" dirty="0"/>
                        <a:t> từng </a:t>
                      </a:r>
                      <a:r>
                        <a:rPr lang="en-US" sz="1100" dirty="0" err="1"/>
                        <a:t>giai</a:t>
                      </a:r>
                      <a:r>
                        <a:rPr lang="en-US" sz="1100" dirty="0"/>
                        <a:t> đoạn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 err="1"/>
                        <a:t>Một</a:t>
                      </a:r>
                      <a:r>
                        <a:rPr lang="en-US" sz="1100" dirty="0"/>
                        <a:t> số sự cố </a:t>
                      </a:r>
                      <a:r>
                        <a:rPr lang="en-US" sz="1100" dirty="0" err="1"/>
                        <a:t>lặp</a:t>
                      </a:r>
                      <a:r>
                        <a:rPr lang="en-US" sz="1100" dirty="0"/>
                        <a:t> lại nhiều </a:t>
                      </a:r>
                      <a:r>
                        <a:rPr lang="en-US" sz="1100" dirty="0" err="1"/>
                        <a:t>lần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Thực hiện RCA (Root Cause Analysis) </a:t>
                      </a:r>
                      <a:r>
                        <a:rPr lang="en-US" sz="1100" dirty="0" err="1"/>
                        <a:t>đối</a:t>
                      </a:r>
                      <a:r>
                        <a:rPr lang="en-US" sz="1100" dirty="0"/>
                        <a:t> với các sự cố </a:t>
                      </a:r>
                      <a:r>
                        <a:rPr lang="en-US" sz="1100" dirty="0" err="1"/>
                        <a:t>lớn</a:t>
                      </a:r>
                      <a:r>
                        <a:rPr lang="en-US" sz="1100" dirty="0"/>
                        <a:t>, xây dựng </a:t>
                      </a:r>
                      <a:r>
                        <a:rPr lang="en-US" sz="1100" dirty="0" err="1"/>
                        <a:t>giải</a:t>
                      </a:r>
                      <a:r>
                        <a:rPr lang="en-US" sz="1100" dirty="0"/>
                        <a:t> pháp phòng </a:t>
                      </a:r>
                      <a:r>
                        <a:rPr lang="en-US" sz="1100" dirty="0" err="1"/>
                        <a:t>ngừa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Bộ </a:t>
                      </a:r>
                      <a:r>
                        <a:rPr lang="en-US" sz="1100" dirty="0" err="1"/>
                        <a:t>phận</a:t>
                      </a:r>
                      <a:r>
                        <a:rPr lang="en-US" sz="1100" dirty="0"/>
                        <a:t> Bảo trì &amp; Kỹ thuật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31/08/2026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Theo dõi </a:t>
                      </a:r>
                      <a:r>
                        <a:rPr lang="en-US" sz="1100" dirty="0" err="1"/>
                        <a:t>hàng</a:t>
                      </a:r>
                      <a:r>
                        <a:rPr lang="en-US" sz="1100" dirty="0"/>
                        <a:t> tháng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Năng lực </a:t>
                      </a:r>
                      <a:r>
                        <a:rPr lang="en-US" sz="1100" dirty="0" err="1"/>
                        <a:t>ứng</a:t>
                      </a:r>
                      <a:r>
                        <a:rPr lang="en-US" sz="1100" dirty="0"/>
                        <a:t> dụng AI và công nghệ số còn </a:t>
                      </a:r>
                      <a:r>
                        <a:rPr lang="en-US" sz="1100" dirty="0" err="1"/>
                        <a:t>hạn</a:t>
                      </a:r>
                      <a:r>
                        <a:rPr lang="en-US" sz="1100" dirty="0"/>
                        <a:t> chế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Tổ chức đào tạo AI, Power BI, CMMS, phân tích </a:t>
                      </a:r>
                      <a:r>
                        <a:rPr lang="en-US" sz="1100" dirty="0" err="1"/>
                        <a:t>dữ</a:t>
                      </a:r>
                      <a:r>
                        <a:rPr lang="en-US" sz="1100" dirty="0"/>
                        <a:t> liệu thiết bị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Phòng Thiết bị CN &amp; ĐMST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30/09/2026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Kết hợp đào tạo nội bộ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4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Công tác đánh giá hiệu quả đầu </a:t>
                      </a:r>
                      <a:r>
                        <a:rPr lang="en-US" sz="1100" dirty="0" err="1"/>
                        <a:t>tư</a:t>
                      </a:r>
                      <a:r>
                        <a:rPr lang="en-US" sz="1100" dirty="0"/>
                        <a:t> MMTB chưa đồng nhất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Xây dựng bộ KPI đánh giá ROI, OEE, MTBF, MTTR </a:t>
                      </a:r>
                      <a:r>
                        <a:rPr lang="en-US" sz="1100" dirty="0" err="1"/>
                        <a:t>cho</a:t>
                      </a:r>
                      <a:r>
                        <a:rPr lang="en-US" sz="1100" dirty="0"/>
                        <a:t> từng nhóm thiết bị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Phòng Thiết bị CN &amp; ĐMST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31/10/2026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Áp</a:t>
                      </a:r>
                      <a:r>
                        <a:rPr lang="en-US" dirty="0"/>
                        <a:t> dụng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các dự án mới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73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Rủi </a:t>
                      </a:r>
                      <a:r>
                        <a:rPr lang="en-US" sz="1100" dirty="0" err="1"/>
                        <a:t>ro</a:t>
                      </a:r>
                      <a:r>
                        <a:rPr lang="en-US" sz="1100" dirty="0"/>
                        <a:t> an toàn thiết bị vẫn còn </a:t>
                      </a:r>
                      <a:r>
                        <a:rPr lang="en-US" sz="1100" dirty="0" err="1"/>
                        <a:t>tiềm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ẩn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Tăng </a:t>
                      </a:r>
                      <a:r>
                        <a:rPr lang="en-US" sz="1100" dirty="0" err="1"/>
                        <a:t>cường</a:t>
                      </a:r>
                      <a:r>
                        <a:rPr lang="en-US" sz="1100" dirty="0"/>
                        <a:t> kiểm tra an toàn, đánh giá rủi </a:t>
                      </a:r>
                      <a:r>
                        <a:rPr lang="en-US" sz="1100" dirty="0" err="1"/>
                        <a:t>ro</a:t>
                      </a:r>
                      <a:r>
                        <a:rPr lang="en-US" sz="1100" dirty="0"/>
                        <a:t> và </a:t>
                      </a:r>
                      <a:r>
                        <a:rPr lang="en-US" sz="1100" dirty="0" err="1"/>
                        <a:t>khắc</a:t>
                      </a:r>
                      <a:r>
                        <a:rPr lang="en-US" sz="1100" dirty="0"/>
                        <a:t> phục các điểm mất an toàn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Bộ </a:t>
                      </a:r>
                      <a:r>
                        <a:rPr lang="en-US" sz="1100" dirty="0" err="1"/>
                        <a:t>phận</a:t>
                      </a:r>
                      <a:r>
                        <a:rPr lang="en-US" sz="1100" dirty="0"/>
                        <a:t> An toàn &amp; Thiết bị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 err="1"/>
                        <a:t>Hàng</a:t>
                      </a:r>
                      <a:r>
                        <a:rPr lang="en-US" sz="1100" dirty="0"/>
                        <a:t> tháng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Duy trì </a:t>
                      </a:r>
                      <a:r>
                        <a:rPr lang="en-US" dirty="0" err="1"/>
                        <a:t>thường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xuyên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624302"/>
                  </a:ext>
                </a:extLst>
              </a:tr>
              <a:tr h="8786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Chưa khai </a:t>
                      </a:r>
                      <a:r>
                        <a:rPr lang="en-US" sz="1100" dirty="0" err="1"/>
                        <a:t>thác</a:t>
                      </a:r>
                      <a:r>
                        <a:rPr lang="en-US" sz="1100" dirty="0"/>
                        <a:t> hết các sáng kiến cải tiến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Xây dựng </a:t>
                      </a:r>
                      <a:r>
                        <a:rPr lang="en-US" sz="1100" dirty="0" err="1"/>
                        <a:t>chương</a:t>
                      </a:r>
                      <a:r>
                        <a:rPr lang="en-US" sz="1100" dirty="0"/>
                        <a:t> trình cải tiến thiết bị và cơ chế </a:t>
                      </a:r>
                      <a:r>
                        <a:rPr lang="en-US" sz="1100" dirty="0" err="1"/>
                        <a:t>ghi</a:t>
                      </a:r>
                      <a:r>
                        <a:rPr lang="en-US" sz="1100" dirty="0"/>
                        <a:t> nhận sáng kiến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Toàn DDC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dirty="0"/>
                        <a:t>30/09/2026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Đánh giá định kỳ </a:t>
                      </a:r>
                      <a:r>
                        <a:rPr lang="en-US" dirty="0" err="1"/>
                        <a:t>hàng</a:t>
                      </a:r>
                      <a:r>
                        <a:rPr lang="en-US" dirty="0"/>
                        <a:t> quý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5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11688"/>
      </p:ext>
    </p:extLst>
  </p:cSld>
  <p:clrMapOvr>
    <a:masterClrMapping/>
  </p:clrMapOvr>
</p:sld>
</file>

<file path=ppt/theme/theme1.xml><?xml version="1.0" encoding="utf-8"?>
<a:theme xmlns:a="http://schemas.openxmlformats.org/drawingml/2006/main" name="1_DDC Theme Animatio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DC Theme Animations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762</Words>
  <Application>Microsoft Office PowerPoint</Application>
  <PresentationFormat>Widescreen</PresentationFormat>
  <Paragraphs>92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Montserrat</vt:lpstr>
      <vt:lpstr>Times New Roman</vt:lpstr>
      <vt:lpstr>1_DDC Theme Animations</vt:lpstr>
      <vt:lpstr>2_DDC Theme Animations</vt:lpstr>
      <vt:lpstr>KHỐI QUẢN LÝ DỰ ÁN</vt:lpstr>
      <vt:lpstr>ĐÁNH GIÁ CHUNG HOẠT ĐỘNG 7 THÁNG ĐẦU NĂM 2026 HOẠT ĐỘNG HIỆU QUẢ - CẦN DUY TRÌ VÀ PHÁT HUY</vt:lpstr>
      <vt:lpstr>VẤN ĐỀ CẦN CẢI THIỆN VÀ BIỆN PHÁP KHẮC PHỤC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Dan, Le The - P.KHKD</dc:creator>
  <cp:lastModifiedBy>Loc, Dang Tan - P. TBCN</cp:lastModifiedBy>
  <cp:revision>3</cp:revision>
  <dcterms:created xsi:type="dcterms:W3CDTF">2026-06-08T06:07:41Z</dcterms:created>
  <dcterms:modified xsi:type="dcterms:W3CDTF">2026-06-08T07:12:46Z</dcterms:modified>
</cp:coreProperties>
</file>